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2"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embeddedFontLst>
    <p:embeddedFont>
      <p:font typeface="Cairo" panose="020B0604020202020204" charset="-78"/>
      <p:regular r:id="rId22"/>
      <p:bold r:id="rId23"/>
    </p:embeddedFont>
    <p:embeddedFont>
      <p:font typeface="Libre Baskerville" panose="02000000000000000000" pitchFamily="2" charset="0"/>
      <p:regular r:id="rId24"/>
      <p:bold r:id="rId25"/>
      <p:italic r:id="rId26"/>
      <p:boldItalic r:id="rId27"/>
    </p:embeddedFont>
    <p:embeddedFont>
      <p:font typeface="Libre Baskerville Medium" panose="020B0604020202020204"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1D81BA-A939-D0E6-9764-F4BCA5F1AF40}" v="6" dt="2026-01-08T14:29:28.040"/>
  </p1510:revLst>
</p1510:revInfo>
</file>

<file path=ppt/tableStyles.xml><?xml version="1.0" encoding="utf-8"?>
<a:tblStyleLst xmlns:a="http://schemas.openxmlformats.org/drawingml/2006/main" def="{39B896FE-11DB-40F8-BD6C-65A725AF6676}">
  <a:tblStyle styleId="{39B896FE-11DB-40F8-BD6C-65A725AF667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b457efac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3b457efac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rPr>
              <a:t>(Time: 0:00 - 0:20) -&gt; Tomás</a:t>
            </a:r>
            <a:endParaRPr b="1">
              <a:solidFill>
                <a:schemeClr val="dk1"/>
              </a:solidFill>
            </a:endParaRPr>
          </a:p>
          <a:p>
            <a:pPr marL="0" lvl="0" indent="0" algn="l" rtl="0">
              <a:spcBef>
                <a:spcPts val="0"/>
              </a:spcBef>
              <a:spcAft>
                <a:spcPts val="0"/>
              </a:spcAft>
              <a:buNone/>
            </a:pPr>
            <a:r>
              <a:rPr lang="en">
                <a:solidFill>
                  <a:schemeClr val="dk1"/>
                </a:solidFill>
              </a:rPr>
              <a:t>Good morning. We are Group 53, and we’ll present our implementation of </a:t>
            </a:r>
            <a:r>
              <a:rPr lang="en" b="1">
                <a:solidFill>
                  <a:schemeClr val="dk1"/>
                </a:solidFill>
              </a:rPr>
              <a:t>DeathNode</a:t>
            </a:r>
            <a:r>
              <a:rPr lang="en">
                <a:solidFill>
                  <a:schemeClr val="dk1"/>
                </a:solidFill>
              </a:rPr>
              <a:t>.</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We selected </a:t>
            </a:r>
            <a:r>
              <a:rPr lang="en" b="1">
                <a:solidFill>
                  <a:schemeClr val="dk1"/>
                </a:solidFill>
              </a:rPr>
              <a:t>Challenge B</a:t>
            </a:r>
            <a:r>
              <a:rPr lang="en">
                <a:solidFill>
                  <a:schemeClr val="dk1"/>
                </a:solidFill>
              </a:rPr>
              <a:t>, focusing on monitoring to ensure availability against flooding attacks.</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d431007ba2_0_2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54dda1946d_6_3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3b457efac3a_0_3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3b457efac3a_0_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rPr>
              <a:t>(Time: 0:20 - 1:00) -&gt; Tomás</a:t>
            </a:r>
            <a:endParaRPr b="1">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We designed the system to meet five core security goals: Confidentiality, Integrity of individual reports, Integrity of the history of reports, Consistency and Availability (related to Challenge B).</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We operate under a specific threat model. Here are the main assumptions, namely:</a:t>
            </a:r>
            <a:endParaRPr>
              <a:solidFill>
                <a:schemeClr val="dk1"/>
              </a:solidFill>
            </a:endParaRPr>
          </a:p>
          <a:p>
            <a:pPr marL="0" lvl="0" indent="0" algn="l" rtl="0">
              <a:spcBef>
                <a:spcPts val="0"/>
              </a:spcBef>
              <a:spcAft>
                <a:spcPts val="0"/>
              </a:spcAft>
              <a:buNone/>
            </a:pPr>
            <a:r>
              <a:rPr lang="en">
                <a:solidFill>
                  <a:schemeClr val="dk1"/>
                </a:solidFill>
              </a:rPr>
              <a:t>1. The Network is Static</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 The certificates are pre-distributed.</a:t>
            </a:r>
            <a:endParaRPr>
              <a:solidFill>
                <a:schemeClr val="dk1"/>
              </a:solidFill>
            </a:endParaRPr>
          </a:p>
          <a:p>
            <a:pPr marL="0" lvl="0" indent="0" algn="l" rtl="0">
              <a:spcBef>
                <a:spcPts val="0"/>
              </a:spcBef>
              <a:spcAft>
                <a:spcPts val="0"/>
              </a:spcAft>
              <a:buNone/>
            </a:pPr>
            <a:r>
              <a:rPr lang="en">
                <a:solidFill>
                  <a:schemeClr val="dk1"/>
                </a:solidFill>
              </a:rPr>
              <a:t>3. The CA is fully trusted</a:t>
            </a:r>
            <a:endParaRPr>
              <a:solidFill>
                <a:schemeClr val="dk1"/>
              </a:solidFill>
            </a:endParaRPr>
          </a:p>
          <a:p>
            <a:pPr marL="0" lvl="0" indent="0" algn="l" rtl="0">
              <a:spcBef>
                <a:spcPts val="0"/>
              </a:spcBef>
              <a:spcAft>
                <a:spcPts val="0"/>
              </a:spcAft>
              <a:buNone/>
            </a:pPr>
            <a:r>
              <a:rPr lang="en">
                <a:solidFill>
                  <a:schemeClr val="dk1"/>
                </a:solidFill>
              </a:rPr>
              <a:t>4. The Client is partially trusted. </a:t>
            </a:r>
            <a:endParaRPr>
              <a:solidFill>
                <a:schemeClr val="dk1"/>
              </a:solidFill>
            </a:endParaRPr>
          </a:p>
          <a:p>
            <a:pPr marL="0" lvl="0" indent="0" algn="l" rtl="0">
              <a:spcBef>
                <a:spcPts val="0"/>
              </a:spcBef>
              <a:spcAft>
                <a:spcPts val="0"/>
              </a:spcAft>
              <a:buNone/>
            </a:pPr>
            <a:r>
              <a:rPr lang="en">
                <a:solidFill>
                  <a:schemeClr val="dk1"/>
                </a:solidFill>
              </a:rPr>
              <a:t>5. The Server and Database are completely Untrusted.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360aa8f9cad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360aa8f9cad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803f3453dc_1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3803f3453dc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rPr>
              <a:t>(Time: 1:00 - 1:45) -&gt; Pais</a:t>
            </a:r>
            <a:endParaRPr b="1">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To protect the reports, we implemented the required security library, which manages reports using this envelope structure.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This envelope is divided into three main parts: </a:t>
            </a:r>
            <a:r>
              <a:rPr lang="en" b="1">
                <a:solidFill>
                  <a:schemeClr val="dk1"/>
                </a:solidFill>
              </a:rPr>
              <a:t>[point] </a:t>
            </a:r>
            <a:r>
              <a:rPr lang="en">
                <a:solidFill>
                  <a:schemeClr val="dk1"/>
                </a:solidFill>
              </a:rPr>
              <a:t>metadata, </a:t>
            </a:r>
            <a:r>
              <a:rPr lang="en" b="1">
                <a:solidFill>
                  <a:schemeClr val="dk1"/>
                </a:solidFill>
              </a:rPr>
              <a:t>[point] </a:t>
            </a:r>
            <a:r>
              <a:rPr lang="en">
                <a:solidFill>
                  <a:schemeClr val="dk1"/>
                </a:solidFill>
              </a:rPr>
              <a:t>key_encrypted, and </a:t>
            </a:r>
            <a:r>
              <a:rPr lang="en" b="1">
                <a:solidFill>
                  <a:schemeClr val="dk1"/>
                </a:solidFill>
              </a:rPr>
              <a:t>[point] </a:t>
            </a:r>
            <a:r>
              <a:rPr lang="en">
                <a:solidFill>
                  <a:schemeClr val="dk1"/>
                </a:solidFill>
              </a:rPr>
              <a:t>report_encrypted.</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First, let’s look at </a:t>
            </a:r>
            <a:r>
              <a:rPr lang="en" b="1">
                <a:solidFill>
                  <a:schemeClr val="dk1"/>
                </a:solidFill>
              </a:rPr>
              <a:t>[point]</a:t>
            </a:r>
            <a:r>
              <a:rPr lang="en">
                <a:solidFill>
                  <a:schemeClr val="dk1"/>
                </a:solidFill>
              </a:rPr>
              <a:t> report_encrypted.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This field contains the actual report payload. It is encrypted using AES-GCM, and we use the metadata as Associated Authenticated Data.</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This ensures that any tampering with the metadata is detected during decryption. </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Next, the key_encrypted field.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Here, the AES encryption key is encrypted separately for each Node using their public key.</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This allows secure key distribution while ensuring that only well-Known Nodes can decrypt the report.</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Finally, let’s look at the metadata itself.</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Within the metadata, we use elliptic curve for digital signatures, chosen for its strong security and high efficiency.</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We also include a per-sender sequence number</a:t>
            </a:r>
            <a:r>
              <a:rPr lang="en" b="1">
                <a:solidFill>
                  <a:schemeClr val="dk1"/>
                </a:solidFill>
              </a:rPr>
              <a:t> </a:t>
            </a:r>
            <a:r>
              <a:rPr lang="en">
                <a:solidFill>
                  <a:schemeClr val="dk1"/>
                </a:solidFill>
              </a:rPr>
              <a:t>and a hash chain to detect missing, reordered, or tampered reports.</a:t>
            </a:r>
            <a:endParaRPr>
              <a:solidFill>
                <a:schemeClr val="dk1"/>
              </a:solidFill>
            </a:endParaRPr>
          </a:p>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3b457efac3a_0_3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3b457efac3a_0_3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3803f3453dc_1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3803f3453dc_1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rPr>
              <a:t>(Time: 1:45 - 3:15) -&gt; Tomás</a:t>
            </a:r>
            <a:r>
              <a:rPr lang="en">
                <a:solidFill>
                  <a:schemeClr val="dk1"/>
                </a:solidFill>
              </a:rPr>
              <a:t> </a:t>
            </a:r>
            <a:r>
              <a:rPr lang="en" i="1">
                <a:solidFill>
                  <a:schemeClr val="dk1"/>
                </a:solidFill>
              </a:rPr>
              <a:t>This is the most complex section. We should speak clearly and focus on the 'Blockchain' analogy.</a:t>
            </a:r>
            <a:endParaRPr i="1">
              <a:solidFill>
                <a:schemeClr val="dk1"/>
              </a:solidFill>
            </a:endParaRPr>
          </a:p>
          <a:p>
            <a:pPr marL="0" lvl="0" indent="0" algn="l" rtl="0">
              <a:spcBef>
                <a:spcPts val="0"/>
              </a:spcBef>
              <a:spcAft>
                <a:spcPts val="0"/>
              </a:spcAft>
              <a:buNone/>
            </a:pPr>
            <a:endParaRPr b="1">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To handle the Untrusted Server, we couldn't just trust it to store files. We implemented a lightweight Blockchain mechanism</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Clients maintain a local hash chain. Every new report contains the hash of the previous one, creating an immutable local sequence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When syncing, clients don't just upload the unsynced files; they upload a signed Merkle Root of the buffer they are sending to the server for reordering.</a:t>
            </a:r>
            <a:endParaRPr>
              <a:solidFill>
                <a:schemeClr val="dk1"/>
              </a:solidFill>
            </a:endParaRPr>
          </a:p>
          <a:p>
            <a:pPr marL="0" lvl="0" indent="0" algn="l" rtl="0">
              <a:spcBef>
                <a:spcPts val="0"/>
              </a:spcBef>
              <a:spcAft>
                <a:spcPts val="0"/>
              </a:spcAft>
              <a:buNone/>
            </a:pPr>
            <a:r>
              <a:rPr lang="en">
                <a:solidFill>
                  <a:schemeClr val="dk1"/>
                </a:solidFill>
              </a:rPr>
              <a:t>This commits them to the exact set and order of reports, preventing the server from dropping or changing items.</a:t>
            </a:r>
            <a:endParaRPr>
              <a:solidFill>
                <a:schemeClr val="dk1"/>
              </a:solidFill>
            </a:endParaRPr>
          </a:p>
          <a:p>
            <a:pPr marL="0" lvl="0" indent="0" algn="l" rtl="0">
              <a:spcBef>
                <a:spcPts val="0"/>
              </a:spcBef>
              <a:spcAft>
                <a:spcPts val="0"/>
              </a:spcAft>
              <a:buNone/>
            </a:pPr>
            <a:r>
              <a:rPr lang="en">
                <a:solidFill>
                  <a:schemeClr val="dk1"/>
                </a:solidFill>
              </a:rPr>
              <a:t>On the other side, the server not only reorders all the reports, as it also computes a Merkle Root of the new ordered block, which it then signs and links this to the previous synced block to ensure continuity.</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b457efac3a_0_4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3b457efac3a_0_4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rPr>
              <a:t>Tomás</a:t>
            </a:r>
            <a:endParaRPr/>
          </a:p>
          <a:p>
            <a:pPr marL="0" lvl="0" indent="0" algn="l" rtl="0">
              <a:spcBef>
                <a:spcPts val="0"/>
              </a:spcBef>
              <a:spcAft>
                <a:spcPts val="0"/>
              </a:spcAft>
              <a:buNone/>
            </a:pPr>
            <a:r>
              <a:rPr lang="en"/>
              <a:t>The server enforces this order. As shown here, it verifies the client's Merkle root and checks chain continuity. If any check fails, the entire client batch is rejected.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3b457efac3a_0_4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3b457efac3a_0_4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rPr>
              <a:t>Tomás</a:t>
            </a:r>
            <a:endParaRPr b="1">
              <a:solidFill>
                <a:schemeClr val="dk1"/>
              </a:solidFill>
            </a:endParaRPr>
          </a:p>
          <a:p>
            <a:pPr marL="0" lvl="0" indent="0" algn="l" rtl="0">
              <a:spcBef>
                <a:spcPts val="0"/>
              </a:spcBef>
              <a:spcAft>
                <a:spcPts val="0"/>
              </a:spcAft>
              <a:buNone/>
            </a:pPr>
            <a:r>
              <a:rPr lang="en">
                <a:solidFill>
                  <a:schemeClr val="dk1"/>
                </a:solidFill>
              </a:rPr>
              <a:t>Similarly, clients run a multi-stage pipeline. Most importantly, they verify the Block Chain Continuity and the per-sender buffer integrity to ensure the server or other entity hasn't forked or tampered with the history.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3b457efac3a_0_5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9" name="Google Shape;419;g3b457efac3a_0_5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3b457efac3a_0_5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0" name="Google Shape;430;g3b457efac3a_0_5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rPr>
              <a:t>(Time: 3:15 - 4:00) -&gt; Pais</a:t>
            </a:r>
            <a:endParaRPr b="1">
              <a:solidFill>
                <a:schemeClr val="dk1"/>
              </a:solidFill>
            </a:endParaRPr>
          </a:p>
          <a:p>
            <a:pPr marL="0" lvl="0" indent="0" algn="l" rtl="0">
              <a:spcBef>
                <a:spcPts val="0"/>
              </a:spcBef>
              <a:spcAft>
                <a:spcPts val="0"/>
              </a:spcAft>
              <a:buNone/>
            </a:pPr>
            <a:endParaRPr b="1">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Our infrastructure mirrors a high-security network topology. We isolated the system into distinct networks: Each client node have its own network; the server and the database are on the same network.</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r>
              <a:rPr lang="en">
                <a:solidFill>
                  <a:schemeClr val="dk1"/>
                </a:solidFill>
              </a:rPr>
              <a:t>The Monitor, acts as a transparent Gateway between all the networks.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The Server is isolated and only accepts connections from the Monitor and the DB.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Database only accepts connections from the server.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We utilized restrict rules for the firewall using iptables with a default DROP policy, to minimize the attack surface.</a:t>
            </a:r>
            <a:endParaRPr>
              <a:solidFill>
                <a:schemeClr val="dk1"/>
              </a:solidFill>
            </a:endParaRPr>
          </a:p>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3b457efac3a_0_5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3b457efac3a_0_5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rPr>
              <a:t>(Time: 4:00 - 4:45) -&gt; Pais</a:t>
            </a:r>
            <a:endParaRPr b="1">
              <a:solidFill>
                <a:schemeClr val="dk1"/>
              </a:solidFill>
            </a:endParaRPr>
          </a:p>
          <a:p>
            <a:pPr marL="0" lvl="0" indent="0" algn="l" rtl="0">
              <a:spcBef>
                <a:spcPts val="0"/>
              </a:spcBef>
              <a:spcAft>
                <a:spcPts val="0"/>
              </a:spcAft>
              <a:buNone/>
            </a:pPr>
            <a:r>
              <a:rPr lang="en">
                <a:solidFill>
                  <a:schemeClr val="dk1"/>
                </a:solidFill>
              </a:rPr>
              <a:t>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For transport security, we enforce TLS with Mutual Authentication on all channels, including the connection between Server and Database.</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We separate Transport Keys (TLS) from User Keys (signing/encryption).</a:t>
            </a:r>
            <a:endParaRPr>
              <a:solidFill>
                <a:schemeClr val="dk1"/>
              </a:solidFill>
            </a:endParaRPr>
          </a:p>
          <a:p>
            <a:pPr marL="0" lvl="0" indent="0" algn="l" rtl="0">
              <a:spcBef>
                <a:spcPts val="0"/>
              </a:spcBef>
              <a:spcAft>
                <a:spcPts val="0"/>
              </a:spcAft>
              <a:buNone/>
            </a:pPr>
            <a:r>
              <a:rPr lang="en">
                <a:solidFill>
                  <a:schemeClr val="dk1"/>
                </a:solidFill>
              </a:rPr>
              <a:t>For Public Key Infrastructure, we followed our assumptions and simulated creating a CA with a self-signed root certificate, which signs the certificates of each node, server and database.</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3b457efac3a_0_5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3b457efac3a_0_5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b457efac3a_0_6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3b457efac3a_0_6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rPr>
              <a:t>(Time: 4:45 - 5:30) -&gt; Pedro</a:t>
            </a:r>
            <a:endParaRPr b="1">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For Challenge B, we needed to ensure availability against flooding. We implemented a Vigilant Monitor using Python.</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Because the monitor acts as the gateway, it can passively sniff traffic without needing to decrypt it. It knows the exact size of Sync requests from the clients to the server</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and uses it to track the number of Sync requests per client within a 30-second window.</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If a client exceeds the threshold, the Monitor inserts a dynamic iptables rule to drop that client's packets at the network layer</a:t>
            </a:r>
            <a:endParaRPr>
              <a:solidFill>
                <a:schemeClr val="dk1"/>
              </a:solidFill>
            </a:endParaRPr>
          </a:p>
          <a:p>
            <a:pPr marL="0" lvl="0" indent="0" algn="l" rtl="0">
              <a:spcBef>
                <a:spcPts val="0"/>
              </a:spcBef>
              <a:spcAft>
                <a:spcPts val="0"/>
              </a:spcAft>
              <a:buNone/>
            </a:pPr>
            <a:r>
              <a:rPr lang="en">
                <a:solidFill>
                  <a:schemeClr val="dk1"/>
                </a:solidFill>
              </a:rPr>
              <a:t>This protects the application server from ever having to process the spam traffic.</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3b457efac3a_0_6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 name="Google Shape;485;g3b457efac3a_0_6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3b457efac3a_0_6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6" name="Google Shape;496;g3b457efac3a_0_6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rPr>
              <a:t>(Time: 5:30 - 6:00) -&gt; Pedro</a:t>
            </a:r>
            <a:endParaRPr b="1">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In conclusion, we believe we have fully satisfied all the project security requirements, as it is shown by this table summary of what we have just explained.</a:t>
            </a:r>
            <a:endParaRPr b="1">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Thank you.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We are now ready for the demo.</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b="1">
                <a:solidFill>
                  <a:schemeClr val="dk1"/>
                </a:solidFill>
              </a:rPr>
              <a:t>&lt;Confidentiality and Individual Integrity are secured via our Hybrid Envelope.</a:t>
            </a:r>
            <a:endParaRPr b="1">
              <a:solidFill>
                <a:schemeClr val="dk1"/>
              </a:solidFill>
            </a:endParaRPr>
          </a:p>
          <a:p>
            <a:pPr marL="0" lvl="0" indent="0" algn="l" rtl="0">
              <a:spcBef>
                <a:spcPts val="0"/>
              </a:spcBef>
              <a:spcAft>
                <a:spcPts val="0"/>
              </a:spcAft>
              <a:buClr>
                <a:schemeClr val="dk1"/>
              </a:buClr>
              <a:buSzPts val="1100"/>
              <a:buFont typeface="Arial"/>
              <a:buNone/>
            </a:pPr>
            <a:r>
              <a:rPr lang="en" b="1">
                <a:solidFill>
                  <a:schemeClr val="dk1"/>
                </a:solidFill>
              </a:rPr>
              <a:t>Batch Integrity and Consistency are guaranteed by our Hash and Merkle Chains protocol.</a:t>
            </a:r>
            <a:endParaRPr b="1">
              <a:solidFill>
                <a:schemeClr val="dk1"/>
              </a:solidFill>
            </a:endParaRPr>
          </a:p>
          <a:p>
            <a:pPr marL="0" lvl="0" indent="0" algn="l" rtl="0">
              <a:spcBef>
                <a:spcPts val="0"/>
              </a:spcBef>
              <a:spcAft>
                <a:spcPts val="0"/>
              </a:spcAft>
              <a:buClr>
                <a:schemeClr val="dk1"/>
              </a:buClr>
              <a:buSzPts val="1100"/>
              <a:buFont typeface="Arial"/>
              <a:buNone/>
            </a:pPr>
            <a:r>
              <a:rPr lang="en" b="1">
                <a:solidFill>
                  <a:schemeClr val="dk1"/>
                </a:solidFill>
              </a:rPr>
              <a:t>Availability is protected by the Monitor.</a:t>
            </a:r>
            <a:endParaRPr b="1">
              <a:solidFill>
                <a:schemeClr val="dk1"/>
              </a:solidFill>
            </a:endParaRPr>
          </a:p>
          <a:p>
            <a:pPr marL="0" lvl="0" indent="0" algn="l" rtl="0">
              <a:spcBef>
                <a:spcPts val="0"/>
              </a:spcBef>
              <a:spcAft>
                <a:spcPts val="0"/>
              </a:spcAft>
              <a:buClr>
                <a:schemeClr val="dk1"/>
              </a:buClr>
              <a:buSzPts val="1100"/>
              <a:buFont typeface="Arial"/>
              <a:buNone/>
            </a:pPr>
            <a:r>
              <a:rPr lang="en" b="1">
                <a:solidFill>
                  <a:schemeClr val="dk1"/>
                </a:solidFill>
              </a:rPr>
              <a:t>All infrastructure communications are secured with mutual TLS. </a:t>
            </a:r>
            <a:endParaRPr b="1">
              <a:solidFill>
                <a:schemeClr val="dk1"/>
              </a:solidFill>
            </a:endParaRPr>
          </a:p>
          <a:p>
            <a:pPr marL="0" lvl="0" indent="0" algn="l" rtl="0">
              <a:spcBef>
                <a:spcPts val="0"/>
              </a:spcBef>
              <a:spcAft>
                <a:spcPts val="0"/>
              </a:spcAft>
              <a:buClr>
                <a:schemeClr val="dk1"/>
              </a:buClr>
              <a:buSzPts val="1100"/>
              <a:buFont typeface="Arial"/>
              <a:buNone/>
            </a:pPr>
            <a:r>
              <a:rPr lang="en" b="1">
                <a:solidFill>
                  <a:schemeClr val="dk1"/>
                </a:solidFill>
              </a:rPr>
              <a:t>While the system is robust under our current assumptions, future work would focus on improvements such as Dynamic Membership, allowing nodes to join and leave the network without redeployment.&gt;</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3b457efac3a_0_6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 name="Google Shape;504;g3b457efac3a_0_6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g3b457efac3a_0_6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5" name="Google Shape;515;g3b457efac3a_0_6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713225" y="2205375"/>
            <a:ext cx="5257800" cy="16140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4800">
                <a:solidFill>
                  <a:srgbClr val="241160"/>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713225" y="3885650"/>
            <a:ext cx="3690600" cy="468600"/>
          </a:xfrm>
          <a:prstGeom prst="rect">
            <a:avLst/>
          </a:prstGeom>
          <a:solidFill>
            <a:schemeClr val="dk2"/>
          </a:solidFill>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pic>
        <p:nvPicPr>
          <p:cNvPr id="12" name="Google Shape;12;p2"/>
          <p:cNvPicPr preferRelativeResize="0"/>
          <p:nvPr/>
        </p:nvPicPr>
        <p:blipFill>
          <a:blip r:embed="rId2">
            <a:alphaModFix/>
          </a:blip>
          <a:stretch>
            <a:fillRect/>
          </a:stretch>
        </p:blipFill>
        <p:spPr>
          <a:xfrm rot="10800000" flipH="1">
            <a:off x="0" y="0"/>
            <a:ext cx="4727801" cy="2256875"/>
          </a:xfrm>
          <a:prstGeom prst="rect">
            <a:avLst/>
          </a:prstGeom>
          <a:noFill/>
          <a:ln>
            <a:noFill/>
          </a:ln>
        </p:spPr>
      </p:pic>
      <p:sp>
        <p:nvSpPr>
          <p:cNvPr id="13" name="Google Shape;13;p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4047175" y="2388500"/>
            <a:ext cx="4383600" cy="16266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title" idx="2" hasCustomPrompt="1"/>
          </p:nvPr>
        </p:nvSpPr>
        <p:spPr>
          <a:xfrm>
            <a:off x="4047175" y="1438750"/>
            <a:ext cx="1230300" cy="8814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pic>
        <p:nvPicPr>
          <p:cNvPr id="17" name="Google Shape;17;p3"/>
          <p:cNvPicPr preferRelativeResize="0"/>
          <p:nvPr/>
        </p:nvPicPr>
        <p:blipFill>
          <a:blip r:embed="rId2">
            <a:alphaModFix/>
          </a:blip>
          <a:stretch>
            <a:fillRect/>
          </a:stretch>
        </p:blipFill>
        <p:spPr>
          <a:xfrm flipH="1">
            <a:off x="4416200" y="2886625"/>
            <a:ext cx="4727801" cy="2256875"/>
          </a:xfrm>
          <a:prstGeom prst="rect">
            <a:avLst/>
          </a:prstGeom>
          <a:noFill/>
          <a:ln>
            <a:noFill/>
          </a:ln>
        </p:spPr>
      </p:pic>
      <p:sp>
        <p:nvSpPr>
          <p:cNvPr id="18" name="Google Shape;18;p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grpSp>
        <p:nvGrpSpPr>
          <p:cNvPr id="20" name="Google Shape;20;p4"/>
          <p:cNvGrpSpPr/>
          <p:nvPr/>
        </p:nvGrpSpPr>
        <p:grpSpPr>
          <a:xfrm>
            <a:off x="0" y="0"/>
            <a:ext cx="9144001" cy="5143500"/>
            <a:chOff x="0" y="0"/>
            <a:chExt cx="9144001" cy="5143500"/>
          </a:xfrm>
        </p:grpSpPr>
        <p:pic>
          <p:nvPicPr>
            <p:cNvPr id="21" name="Google Shape;21;p4"/>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22" name="Google Shape;22;p4"/>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sp>
        <p:nvSpPr>
          <p:cNvPr id="23" name="Google Shape;23;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4" name="Google Shape;24;p4"/>
          <p:cNvSpPr txBox="1">
            <a:spLocks noGrp="1"/>
          </p:cNvSpPr>
          <p:nvPr>
            <p:ph type="body" idx="1"/>
          </p:nvPr>
        </p:nvSpPr>
        <p:spPr>
          <a:xfrm>
            <a:off x="720000" y="1090229"/>
            <a:ext cx="7704000" cy="3486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grpSp>
        <p:nvGrpSpPr>
          <p:cNvPr id="25" name="Google Shape;25;p4"/>
          <p:cNvGrpSpPr/>
          <p:nvPr/>
        </p:nvGrpSpPr>
        <p:grpSpPr>
          <a:xfrm rot="10800000">
            <a:off x="6704226" y="3811697"/>
            <a:ext cx="4574075" cy="3479350"/>
            <a:chOff x="1522650" y="1117750"/>
            <a:chExt cx="4574075" cy="3479350"/>
          </a:xfrm>
        </p:grpSpPr>
        <p:sp>
          <p:nvSpPr>
            <p:cNvPr id="26" name="Google Shape;26;p4"/>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1" name="Google Shape;31;p5"/>
          <p:cNvSpPr txBox="1">
            <a:spLocks noGrp="1"/>
          </p:cNvSpPr>
          <p:nvPr>
            <p:ph type="subTitle" idx="1"/>
          </p:nvPr>
        </p:nvSpPr>
        <p:spPr>
          <a:xfrm>
            <a:off x="4911639" y="2679824"/>
            <a:ext cx="2424300" cy="152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2" name="Google Shape;32;p5"/>
          <p:cNvSpPr txBox="1">
            <a:spLocks noGrp="1"/>
          </p:cNvSpPr>
          <p:nvPr>
            <p:ph type="subTitle" idx="2"/>
          </p:nvPr>
        </p:nvSpPr>
        <p:spPr>
          <a:xfrm>
            <a:off x="1808050" y="2679824"/>
            <a:ext cx="2424300" cy="152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3" name="Google Shape;33;p5"/>
          <p:cNvSpPr txBox="1">
            <a:spLocks noGrp="1"/>
          </p:cNvSpPr>
          <p:nvPr>
            <p:ph type="subTitle" idx="3"/>
          </p:nvPr>
        </p:nvSpPr>
        <p:spPr>
          <a:xfrm>
            <a:off x="1808050" y="2244217"/>
            <a:ext cx="2424300" cy="449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4" name="Google Shape;34;p5"/>
          <p:cNvSpPr txBox="1">
            <a:spLocks noGrp="1"/>
          </p:cNvSpPr>
          <p:nvPr>
            <p:ph type="subTitle" idx="4"/>
          </p:nvPr>
        </p:nvSpPr>
        <p:spPr>
          <a:xfrm>
            <a:off x="4911639" y="2244217"/>
            <a:ext cx="2424300" cy="449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35" name="Google Shape;35;p5"/>
          <p:cNvGrpSpPr/>
          <p:nvPr/>
        </p:nvGrpSpPr>
        <p:grpSpPr>
          <a:xfrm>
            <a:off x="0" y="4"/>
            <a:ext cx="9144004" cy="5143496"/>
            <a:chOff x="0" y="4"/>
            <a:chExt cx="9144004" cy="5143496"/>
          </a:xfrm>
        </p:grpSpPr>
        <p:pic>
          <p:nvPicPr>
            <p:cNvPr id="36" name="Google Shape;36;p5"/>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37" name="Google Shape;37;p5"/>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38" name="Google Shape;38;p5"/>
          <p:cNvGrpSpPr/>
          <p:nvPr/>
        </p:nvGrpSpPr>
        <p:grpSpPr>
          <a:xfrm rot="-10539848" flipH="1">
            <a:off x="6108563" y="4049075"/>
            <a:ext cx="4573901" cy="3479217"/>
            <a:chOff x="1522650" y="1117750"/>
            <a:chExt cx="4574075" cy="3479350"/>
          </a:xfrm>
        </p:grpSpPr>
        <p:sp>
          <p:nvSpPr>
            <p:cNvPr id="39" name="Google Shape;39;p5"/>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5"/>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 name="Google Shape;41;p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2"/>
        <p:cNvGrpSpPr/>
        <p:nvPr/>
      </p:nvGrpSpPr>
      <p:grpSpPr>
        <a:xfrm>
          <a:off x="0" y="0"/>
          <a:ext cx="0" cy="0"/>
          <a:chOff x="0" y="0"/>
          <a:chExt cx="0" cy="0"/>
        </a:xfrm>
      </p:grpSpPr>
      <p:sp>
        <p:nvSpPr>
          <p:cNvPr id="43" name="Google Shape;43;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44" name="Google Shape;44;p6"/>
          <p:cNvGrpSpPr/>
          <p:nvPr/>
        </p:nvGrpSpPr>
        <p:grpSpPr>
          <a:xfrm>
            <a:off x="0" y="4"/>
            <a:ext cx="9144004" cy="5143496"/>
            <a:chOff x="0" y="4"/>
            <a:chExt cx="9144004" cy="5143496"/>
          </a:xfrm>
        </p:grpSpPr>
        <p:pic>
          <p:nvPicPr>
            <p:cNvPr id="45" name="Google Shape;45;p6"/>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46" name="Google Shape;46;p6"/>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47" name="Google Shape;47;p6"/>
          <p:cNvGrpSpPr/>
          <p:nvPr/>
        </p:nvGrpSpPr>
        <p:grpSpPr>
          <a:xfrm rot="-10539848" flipH="1">
            <a:off x="6108563" y="4049075"/>
            <a:ext cx="4573901" cy="3479217"/>
            <a:chOff x="1522650" y="1117750"/>
            <a:chExt cx="4574075" cy="3479350"/>
          </a:xfrm>
        </p:grpSpPr>
        <p:sp>
          <p:nvSpPr>
            <p:cNvPr id="48" name="Google Shape;48;p6"/>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6"/>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 name="Google Shape;50;p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1"/>
        <p:cNvGrpSpPr/>
        <p:nvPr/>
      </p:nvGrpSpPr>
      <p:grpSpPr>
        <a:xfrm>
          <a:off x="0" y="0"/>
          <a:ext cx="0" cy="0"/>
          <a:chOff x="0" y="0"/>
          <a:chExt cx="0" cy="0"/>
        </a:xfrm>
      </p:grpSpPr>
      <p:sp>
        <p:nvSpPr>
          <p:cNvPr id="52" name="Google Shape;52;p7"/>
          <p:cNvSpPr txBox="1">
            <a:spLocks noGrp="1"/>
          </p:cNvSpPr>
          <p:nvPr>
            <p:ph type="title"/>
          </p:nvPr>
        </p:nvSpPr>
        <p:spPr>
          <a:xfrm>
            <a:off x="811975" y="829350"/>
            <a:ext cx="3993300" cy="989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3" name="Google Shape;53;p7"/>
          <p:cNvSpPr txBox="1">
            <a:spLocks noGrp="1"/>
          </p:cNvSpPr>
          <p:nvPr>
            <p:ph type="subTitle" idx="1"/>
          </p:nvPr>
        </p:nvSpPr>
        <p:spPr>
          <a:xfrm>
            <a:off x="811975" y="1878550"/>
            <a:ext cx="3993300" cy="229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Open Sans"/>
              <a:buAutoNum type="arabicPeriod"/>
              <a:defRPr/>
            </a:lvl1pPr>
            <a:lvl2pPr lvl="1" algn="ctr" rtl="0">
              <a:lnSpc>
                <a:spcPct val="100000"/>
              </a:lnSpc>
              <a:spcBef>
                <a:spcPts val="1000"/>
              </a:spcBef>
              <a:spcAft>
                <a:spcPts val="0"/>
              </a:spcAft>
              <a:buClr>
                <a:srgbClr val="E76A28"/>
              </a:buClr>
              <a:buSzPts val="1200"/>
              <a:buFont typeface="Nunito Light"/>
              <a:buAutoNum type="alphaLcPeriod"/>
              <a:defRPr/>
            </a:lvl2pPr>
            <a:lvl3pPr lvl="2" algn="ctr" rtl="0">
              <a:lnSpc>
                <a:spcPct val="100000"/>
              </a:lnSpc>
              <a:spcBef>
                <a:spcPts val="0"/>
              </a:spcBef>
              <a:spcAft>
                <a:spcPts val="0"/>
              </a:spcAft>
              <a:buClr>
                <a:srgbClr val="E76A28"/>
              </a:buClr>
              <a:buSzPts val="1200"/>
              <a:buFont typeface="Nunito Light"/>
              <a:buAutoNum type="romanLcPeriod"/>
              <a:defRPr/>
            </a:lvl3pPr>
            <a:lvl4pPr lvl="3" algn="ctr" rtl="0">
              <a:lnSpc>
                <a:spcPct val="100000"/>
              </a:lnSpc>
              <a:spcBef>
                <a:spcPts val="0"/>
              </a:spcBef>
              <a:spcAft>
                <a:spcPts val="0"/>
              </a:spcAft>
              <a:buClr>
                <a:srgbClr val="E76A28"/>
              </a:buClr>
              <a:buSzPts val="1200"/>
              <a:buFont typeface="Nunito Light"/>
              <a:buAutoNum type="arabicPeriod"/>
              <a:defRPr/>
            </a:lvl4pPr>
            <a:lvl5pPr lvl="4" algn="ctr" rtl="0">
              <a:lnSpc>
                <a:spcPct val="100000"/>
              </a:lnSpc>
              <a:spcBef>
                <a:spcPts val="0"/>
              </a:spcBef>
              <a:spcAft>
                <a:spcPts val="0"/>
              </a:spcAft>
              <a:buClr>
                <a:srgbClr val="E76A28"/>
              </a:buClr>
              <a:buSzPts val="1200"/>
              <a:buFont typeface="Nunito Light"/>
              <a:buAutoNum type="alphaLcPeriod"/>
              <a:defRPr/>
            </a:lvl5pPr>
            <a:lvl6pPr lvl="5" algn="ctr" rtl="0">
              <a:lnSpc>
                <a:spcPct val="100000"/>
              </a:lnSpc>
              <a:spcBef>
                <a:spcPts val="0"/>
              </a:spcBef>
              <a:spcAft>
                <a:spcPts val="0"/>
              </a:spcAft>
              <a:buClr>
                <a:srgbClr val="999999"/>
              </a:buClr>
              <a:buSzPts val="1200"/>
              <a:buFont typeface="Nunito Light"/>
              <a:buAutoNum type="romanLcPeriod"/>
              <a:defRPr/>
            </a:lvl6pPr>
            <a:lvl7pPr lvl="6" algn="ctr" rtl="0">
              <a:lnSpc>
                <a:spcPct val="100000"/>
              </a:lnSpc>
              <a:spcBef>
                <a:spcPts val="0"/>
              </a:spcBef>
              <a:spcAft>
                <a:spcPts val="0"/>
              </a:spcAft>
              <a:buClr>
                <a:srgbClr val="999999"/>
              </a:buClr>
              <a:buSzPts val="1200"/>
              <a:buFont typeface="Nunito Light"/>
              <a:buAutoNum type="arabicPeriod"/>
              <a:defRPr/>
            </a:lvl7pPr>
            <a:lvl8pPr lvl="7" algn="ctr" rtl="0">
              <a:lnSpc>
                <a:spcPct val="100000"/>
              </a:lnSpc>
              <a:spcBef>
                <a:spcPts val="0"/>
              </a:spcBef>
              <a:spcAft>
                <a:spcPts val="0"/>
              </a:spcAft>
              <a:buClr>
                <a:srgbClr val="999999"/>
              </a:buClr>
              <a:buSzPts val="1200"/>
              <a:buFont typeface="Nunito Light"/>
              <a:buAutoNum type="alphaLcPeriod"/>
              <a:defRPr/>
            </a:lvl8pPr>
            <a:lvl9pPr lvl="8" algn="ctr" rtl="0">
              <a:lnSpc>
                <a:spcPct val="100000"/>
              </a:lnSpc>
              <a:spcBef>
                <a:spcPts val="0"/>
              </a:spcBef>
              <a:spcAft>
                <a:spcPts val="0"/>
              </a:spcAft>
              <a:buClr>
                <a:srgbClr val="999999"/>
              </a:buClr>
              <a:buSzPts val="1200"/>
              <a:buFont typeface="Nunito Light"/>
              <a:buAutoNum type="romanLcPeriod"/>
              <a:defRPr/>
            </a:lvl9pPr>
          </a:lstStyle>
          <a:p>
            <a:endParaRPr/>
          </a:p>
        </p:txBody>
      </p:sp>
      <p:sp>
        <p:nvSpPr>
          <p:cNvPr id="54" name="Google Shape;54;p7"/>
          <p:cNvSpPr>
            <a:spLocks noGrp="1"/>
          </p:cNvSpPr>
          <p:nvPr>
            <p:ph type="pic" idx="2"/>
          </p:nvPr>
        </p:nvSpPr>
        <p:spPr>
          <a:xfrm>
            <a:off x="5088475" y="770400"/>
            <a:ext cx="3081600" cy="3602700"/>
          </a:xfrm>
          <a:prstGeom prst="roundRect">
            <a:avLst>
              <a:gd name="adj" fmla="val 16667"/>
            </a:avLst>
          </a:prstGeom>
          <a:noFill/>
          <a:ln>
            <a:noFill/>
          </a:ln>
        </p:spPr>
      </p:sp>
      <p:grpSp>
        <p:nvGrpSpPr>
          <p:cNvPr id="55" name="Google Shape;55;p7"/>
          <p:cNvGrpSpPr/>
          <p:nvPr/>
        </p:nvGrpSpPr>
        <p:grpSpPr>
          <a:xfrm>
            <a:off x="0" y="0"/>
            <a:ext cx="9144001" cy="5143500"/>
            <a:chOff x="0" y="0"/>
            <a:chExt cx="9144001" cy="5143500"/>
          </a:xfrm>
        </p:grpSpPr>
        <p:pic>
          <p:nvPicPr>
            <p:cNvPr id="56" name="Google Shape;56;p7"/>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57" name="Google Shape;57;p7"/>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grpSp>
        <p:nvGrpSpPr>
          <p:cNvPr id="58" name="Google Shape;58;p7"/>
          <p:cNvGrpSpPr/>
          <p:nvPr/>
        </p:nvGrpSpPr>
        <p:grpSpPr>
          <a:xfrm rot="10800000">
            <a:off x="6704226" y="3811697"/>
            <a:ext cx="4574075" cy="3479350"/>
            <a:chOff x="1522650" y="1117750"/>
            <a:chExt cx="4574075" cy="3479350"/>
          </a:xfrm>
        </p:grpSpPr>
        <p:sp>
          <p:nvSpPr>
            <p:cNvPr id="59" name="Google Shape;59;p7"/>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7"/>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 name="Google Shape;61;p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2"/>
        <p:cNvGrpSpPr/>
        <p:nvPr/>
      </p:nvGrpSpPr>
      <p:grpSpPr>
        <a:xfrm>
          <a:off x="0" y="0"/>
          <a:ext cx="0" cy="0"/>
          <a:chOff x="0" y="0"/>
          <a:chExt cx="0" cy="0"/>
        </a:xfrm>
      </p:grpSpPr>
      <p:grpSp>
        <p:nvGrpSpPr>
          <p:cNvPr id="63" name="Google Shape;63;p8"/>
          <p:cNvGrpSpPr/>
          <p:nvPr/>
        </p:nvGrpSpPr>
        <p:grpSpPr>
          <a:xfrm>
            <a:off x="10" y="0"/>
            <a:ext cx="9143991" cy="5143500"/>
            <a:chOff x="10" y="0"/>
            <a:chExt cx="9143991" cy="5143500"/>
          </a:xfrm>
        </p:grpSpPr>
        <p:pic>
          <p:nvPicPr>
            <p:cNvPr id="64" name="Google Shape;64;p8"/>
            <p:cNvPicPr preferRelativeResize="0"/>
            <p:nvPr/>
          </p:nvPicPr>
          <p:blipFill>
            <a:blip r:embed="rId2">
              <a:alphaModFix/>
            </a:blip>
            <a:stretch>
              <a:fillRect/>
            </a:stretch>
          </p:blipFill>
          <p:spPr>
            <a:xfrm flipH="1">
              <a:off x="10" y="0"/>
              <a:ext cx="3405191" cy="5143500"/>
            </a:xfrm>
            <a:prstGeom prst="rect">
              <a:avLst/>
            </a:prstGeom>
            <a:noFill/>
            <a:ln>
              <a:noFill/>
            </a:ln>
          </p:spPr>
        </p:pic>
        <p:pic>
          <p:nvPicPr>
            <p:cNvPr id="65" name="Google Shape;65;p8"/>
            <p:cNvPicPr preferRelativeResize="0"/>
            <p:nvPr/>
          </p:nvPicPr>
          <p:blipFill>
            <a:blip r:embed="rId3">
              <a:alphaModFix/>
            </a:blip>
            <a:stretch>
              <a:fillRect/>
            </a:stretch>
          </p:blipFill>
          <p:spPr>
            <a:xfrm flipH="1">
              <a:off x="4416200" y="2886625"/>
              <a:ext cx="4727801" cy="2256875"/>
            </a:xfrm>
            <a:prstGeom prst="rect">
              <a:avLst/>
            </a:prstGeom>
            <a:noFill/>
            <a:ln>
              <a:noFill/>
            </a:ln>
          </p:spPr>
        </p:pic>
      </p:grpSp>
      <p:grpSp>
        <p:nvGrpSpPr>
          <p:cNvPr id="66" name="Google Shape;66;p8"/>
          <p:cNvGrpSpPr/>
          <p:nvPr/>
        </p:nvGrpSpPr>
        <p:grpSpPr>
          <a:xfrm rot="756538">
            <a:off x="5159567" y="-1927047"/>
            <a:ext cx="4574157" cy="3479412"/>
            <a:chOff x="1522650" y="1117750"/>
            <a:chExt cx="4574075" cy="3479350"/>
          </a:xfrm>
        </p:grpSpPr>
        <p:sp>
          <p:nvSpPr>
            <p:cNvPr id="67" name="Google Shape;67;p8"/>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8"/>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 name="Google Shape;69;p8"/>
          <p:cNvSpPr txBox="1">
            <a:spLocks noGrp="1"/>
          </p:cNvSpPr>
          <p:nvPr>
            <p:ph type="title"/>
          </p:nvPr>
        </p:nvSpPr>
        <p:spPr>
          <a:xfrm>
            <a:off x="3830000" y="1716400"/>
            <a:ext cx="4508100" cy="2529300"/>
          </a:xfrm>
          <a:prstGeom prst="rect">
            <a:avLst/>
          </a:prstGeom>
        </p:spPr>
        <p:txBody>
          <a:bodyPr spcFirstLastPara="1" wrap="square" lIns="91425" tIns="91425" rIns="91425" bIns="91425" anchor="ctr" anchorCtr="0">
            <a:noAutofit/>
          </a:bodyPr>
          <a:lstStyle>
            <a:lvl1pPr lvl="0">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70" name="Google Shape;70;p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1"/>
        <p:cNvGrpSpPr/>
        <p:nvPr/>
      </p:nvGrpSpPr>
      <p:grpSpPr>
        <a:xfrm>
          <a:off x="0" y="0"/>
          <a:ext cx="0" cy="0"/>
          <a:chOff x="0" y="0"/>
          <a:chExt cx="0" cy="0"/>
        </a:xfrm>
      </p:grpSpPr>
      <p:grpSp>
        <p:nvGrpSpPr>
          <p:cNvPr id="72" name="Google Shape;72;p9"/>
          <p:cNvGrpSpPr/>
          <p:nvPr/>
        </p:nvGrpSpPr>
        <p:grpSpPr>
          <a:xfrm rot="756538">
            <a:off x="-714808" y="-2409347"/>
            <a:ext cx="4574157" cy="3479412"/>
            <a:chOff x="1522650" y="1117750"/>
            <a:chExt cx="4574075" cy="3479350"/>
          </a:xfrm>
        </p:grpSpPr>
        <p:sp>
          <p:nvSpPr>
            <p:cNvPr id="73" name="Google Shape;73;p9"/>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9"/>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9"/>
          <p:cNvGrpSpPr/>
          <p:nvPr/>
        </p:nvGrpSpPr>
        <p:grpSpPr>
          <a:xfrm>
            <a:off x="0" y="0"/>
            <a:ext cx="9144001" cy="5143500"/>
            <a:chOff x="0" y="0"/>
            <a:chExt cx="9144001" cy="5143500"/>
          </a:xfrm>
        </p:grpSpPr>
        <p:pic>
          <p:nvPicPr>
            <p:cNvPr id="76" name="Google Shape;76;p9"/>
            <p:cNvPicPr preferRelativeResize="0"/>
            <p:nvPr/>
          </p:nvPicPr>
          <p:blipFill>
            <a:blip r:embed="rId2">
              <a:alphaModFix/>
            </a:blip>
            <a:stretch>
              <a:fillRect/>
            </a:stretch>
          </p:blipFill>
          <p:spPr>
            <a:xfrm rot="10800000" flipH="1">
              <a:off x="5738810" y="0"/>
              <a:ext cx="3405191" cy="5143500"/>
            </a:xfrm>
            <a:prstGeom prst="rect">
              <a:avLst/>
            </a:prstGeom>
            <a:noFill/>
            <a:ln>
              <a:noFill/>
            </a:ln>
          </p:spPr>
        </p:pic>
        <p:pic>
          <p:nvPicPr>
            <p:cNvPr id="77" name="Google Shape;77;p9"/>
            <p:cNvPicPr preferRelativeResize="0"/>
            <p:nvPr/>
          </p:nvPicPr>
          <p:blipFill>
            <a:blip r:embed="rId3">
              <a:alphaModFix/>
            </a:blip>
            <a:stretch>
              <a:fillRect/>
            </a:stretch>
          </p:blipFill>
          <p:spPr>
            <a:xfrm rot="10800000" flipH="1">
              <a:off x="0" y="0"/>
              <a:ext cx="4727801" cy="2256875"/>
            </a:xfrm>
            <a:prstGeom prst="rect">
              <a:avLst/>
            </a:prstGeom>
            <a:noFill/>
            <a:ln>
              <a:noFill/>
            </a:ln>
          </p:spPr>
        </p:pic>
      </p:grpSp>
      <p:sp>
        <p:nvSpPr>
          <p:cNvPr id="78" name="Google Shape;78;p9"/>
          <p:cNvSpPr txBox="1">
            <a:spLocks noGrp="1"/>
          </p:cNvSpPr>
          <p:nvPr>
            <p:ph type="title"/>
          </p:nvPr>
        </p:nvSpPr>
        <p:spPr>
          <a:xfrm>
            <a:off x="713225" y="1528900"/>
            <a:ext cx="4872900" cy="1964400"/>
          </a:xfrm>
          <a:prstGeom prst="rect">
            <a:avLst/>
          </a:prstGeom>
        </p:spPr>
        <p:txBody>
          <a:bodyPr spcFirstLastPara="1" wrap="square" lIns="91425" tIns="91425" rIns="91425" bIns="91425" anchor="b" anchorCtr="0">
            <a:noAutofit/>
          </a:bodyPr>
          <a:lstStyle>
            <a:lvl1pPr lvl="0" rtl="0">
              <a:spcBef>
                <a:spcPts val="0"/>
              </a:spcBef>
              <a:spcAft>
                <a:spcPts val="0"/>
              </a:spcAft>
              <a:buSzPts val="5000"/>
              <a:buNone/>
              <a:defRPr sz="5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79" name="Google Shape;79;p9"/>
          <p:cNvSpPr txBox="1">
            <a:spLocks noGrp="1"/>
          </p:cNvSpPr>
          <p:nvPr>
            <p:ph type="subTitle" idx="1"/>
          </p:nvPr>
        </p:nvSpPr>
        <p:spPr>
          <a:xfrm>
            <a:off x="713225" y="3640050"/>
            <a:ext cx="4872900" cy="453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6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80" name="Google Shape;80;p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1"/>
        <p:cNvGrpSpPr/>
        <p:nvPr/>
      </p:nvGrpSpPr>
      <p:grpSpPr>
        <a:xfrm>
          <a:off x="0" y="0"/>
          <a:ext cx="0" cy="0"/>
          <a:chOff x="0" y="0"/>
          <a:chExt cx="0" cy="0"/>
        </a:xfrm>
      </p:grpSpPr>
      <p:sp>
        <p:nvSpPr>
          <p:cNvPr id="82" name="Google Shape;82;p10"/>
          <p:cNvSpPr>
            <a:spLocks noGrp="1"/>
          </p:cNvSpPr>
          <p:nvPr>
            <p:ph type="pic" idx="2"/>
          </p:nvPr>
        </p:nvSpPr>
        <p:spPr>
          <a:xfrm>
            <a:off x="0" y="0"/>
            <a:ext cx="9144000" cy="5143500"/>
          </a:xfrm>
          <a:prstGeom prst="rect">
            <a:avLst/>
          </a:prstGeom>
          <a:noFill/>
          <a:ln>
            <a:noFill/>
          </a:ln>
        </p:spPr>
      </p:sp>
      <p:sp>
        <p:nvSpPr>
          <p:cNvPr id="83" name="Google Shape;83;p10"/>
          <p:cNvSpPr txBox="1">
            <a:spLocks noGrp="1"/>
          </p:cNvSpPr>
          <p:nvPr>
            <p:ph type="title"/>
          </p:nvPr>
        </p:nvSpPr>
        <p:spPr>
          <a:xfrm>
            <a:off x="720000" y="4014450"/>
            <a:ext cx="5713200" cy="5727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84" name="Google Shape;84;p10"/>
          <p:cNvGrpSpPr/>
          <p:nvPr/>
        </p:nvGrpSpPr>
        <p:grpSpPr>
          <a:xfrm>
            <a:off x="0" y="4"/>
            <a:ext cx="9144004" cy="5143496"/>
            <a:chOff x="0" y="4"/>
            <a:chExt cx="9144004" cy="5143496"/>
          </a:xfrm>
        </p:grpSpPr>
        <p:pic>
          <p:nvPicPr>
            <p:cNvPr id="85" name="Google Shape;85;p10"/>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86" name="Google Shape;86;p10"/>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87" name="Google Shape;87;p10"/>
          <p:cNvGrpSpPr/>
          <p:nvPr/>
        </p:nvGrpSpPr>
        <p:grpSpPr>
          <a:xfrm>
            <a:off x="-896231" y="-2525369"/>
            <a:ext cx="11703669" cy="10221582"/>
            <a:chOff x="-896231" y="-2525369"/>
            <a:chExt cx="11703669" cy="10221582"/>
          </a:xfrm>
        </p:grpSpPr>
        <p:grpSp>
          <p:nvGrpSpPr>
            <p:cNvPr id="88" name="Google Shape;88;p10"/>
            <p:cNvGrpSpPr/>
            <p:nvPr/>
          </p:nvGrpSpPr>
          <p:grpSpPr>
            <a:xfrm rot="-10539848" flipH="1">
              <a:off x="6108563" y="4049075"/>
              <a:ext cx="4573901" cy="3479217"/>
              <a:chOff x="1522650" y="1117750"/>
              <a:chExt cx="4574075" cy="3479350"/>
            </a:xfrm>
          </p:grpSpPr>
          <p:sp>
            <p:nvSpPr>
              <p:cNvPr id="89" name="Google Shape;89;p10"/>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0"/>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91;p10"/>
            <p:cNvGrpSpPr/>
            <p:nvPr/>
          </p:nvGrpSpPr>
          <p:grpSpPr>
            <a:xfrm>
              <a:off x="-896231" y="-2525369"/>
              <a:ext cx="4573618" cy="3479002"/>
              <a:chOff x="1522650" y="1117750"/>
              <a:chExt cx="4574075" cy="3479350"/>
            </a:xfrm>
          </p:grpSpPr>
          <p:sp>
            <p:nvSpPr>
              <p:cNvPr id="92" name="Google Shape;92;p10"/>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0"/>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4" name="Google Shape;94;p1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5"/>
        <p:cNvGrpSpPr/>
        <p:nvPr/>
      </p:nvGrpSpPr>
      <p:grpSpPr>
        <a:xfrm>
          <a:off x="0" y="0"/>
          <a:ext cx="0" cy="0"/>
          <a:chOff x="0" y="0"/>
          <a:chExt cx="0" cy="0"/>
        </a:xfrm>
      </p:grpSpPr>
      <p:sp>
        <p:nvSpPr>
          <p:cNvPr id="96" name="Google Shape;96;p11"/>
          <p:cNvSpPr txBox="1">
            <a:spLocks noGrp="1"/>
          </p:cNvSpPr>
          <p:nvPr>
            <p:ph type="title" hasCustomPrompt="1"/>
          </p:nvPr>
        </p:nvSpPr>
        <p:spPr>
          <a:xfrm>
            <a:off x="4076350" y="2296400"/>
            <a:ext cx="3843300" cy="1085100"/>
          </a:xfrm>
          <a:prstGeom prst="rect">
            <a:avLst/>
          </a:prstGeom>
          <a:solidFill>
            <a:schemeClr val="dk2"/>
          </a:solidFill>
        </p:spPr>
        <p:txBody>
          <a:bodyPr spcFirstLastPara="1" wrap="square" lIns="91425" tIns="91425" rIns="91425" bIns="91425" anchor="ctr" anchorCtr="0">
            <a:noAutofit/>
          </a:bodyPr>
          <a:lstStyle>
            <a:lvl1pPr lvl="0">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7" name="Google Shape;97;p11"/>
          <p:cNvSpPr txBox="1">
            <a:spLocks noGrp="1"/>
          </p:cNvSpPr>
          <p:nvPr>
            <p:ph type="subTitle" idx="1"/>
          </p:nvPr>
        </p:nvSpPr>
        <p:spPr>
          <a:xfrm>
            <a:off x="4076350" y="3426700"/>
            <a:ext cx="3843300" cy="49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pic>
        <p:nvPicPr>
          <p:cNvPr id="98" name="Google Shape;98;p11"/>
          <p:cNvPicPr preferRelativeResize="0"/>
          <p:nvPr/>
        </p:nvPicPr>
        <p:blipFill>
          <a:blip r:embed="rId2">
            <a:alphaModFix/>
          </a:blip>
          <a:stretch>
            <a:fillRect/>
          </a:stretch>
        </p:blipFill>
        <p:spPr>
          <a:xfrm flipH="1">
            <a:off x="4416200" y="2886625"/>
            <a:ext cx="4727801" cy="2256875"/>
          </a:xfrm>
          <a:prstGeom prst="rect">
            <a:avLst/>
          </a:prstGeom>
          <a:noFill/>
          <a:ln>
            <a:noFill/>
          </a:ln>
        </p:spPr>
      </p:pic>
      <p:sp>
        <p:nvSpPr>
          <p:cNvPr id="99" name="Google Shape;99;p1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0"/>
        <p:cNvGrpSpPr/>
        <p:nvPr/>
      </p:nvGrpSpPr>
      <p:grpSpPr>
        <a:xfrm>
          <a:off x="0" y="0"/>
          <a:ext cx="0" cy="0"/>
          <a:chOff x="0" y="0"/>
          <a:chExt cx="0" cy="0"/>
        </a:xfrm>
      </p:grpSpPr>
      <p:sp>
        <p:nvSpPr>
          <p:cNvPr id="101" name="Google Shape;101;p1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02"/>
        <p:cNvGrpSpPr/>
        <p:nvPr/>
      </p:nvGrpSpPr>
      <p:grpSpPr>
        <a:xfrm>
          <a:off x="0" y="0"/>
          <a:ext cx="0" cy="0"/>
          <a:chOff x="0" y="0"/>
          <a:chExt cx="0" cy="0"/>
        </a:xfrm>
      </p:grpSpPr>
      <p:sp>
        <p:nvSpPr>
          <p:cNvPr id="103" name="Google Shape;103;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4" name="Google Shape;104;p13"/>
          <p:cNvSpPr txBox="1">
            <a:spLocks noGrp="1"/>
          </p:cNvSpPr>
          <p:nvPr>
            <p:ph type="title" idx="2" hasCustomPrompt="1"/>
          </p:nvPr>
        </p:nvSpPr>
        <p:spPr>
          <a:xfrm>
            <a:off x="720000" y="1480883"/>
            <a:ext cx="734700" cy="4476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5" name="Google Shape;105;p13"/>
          <p:cNvSpPr txBox="1">
            <a:spLocks noGrp="1"/>
          </p:cNvSpPr>
          <p:nvPr>
            <p:ph type="title" idx="3" hasCustomPrompt="1"/>
          </p:nvPr>
        </p:nvSpPr>
        <p:spPr>
          <a:xfrm>
            <a:off x="720000" y="2990491"/>
            <a:ext cx="734700" cy="4476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 name="Google Shape;106;p13"/>
          <p:cNvSpPr txBox="1">
            <a:spLocks noGrp="1"/>
          </p:cNvSpPr>
          <p:nvPr>
            <p:ph type="title" idx="4" hasCustomPrompt="1"/>
          </p:nvPr>
        </p:nvSpPr>
        <p:spPr>
          <a:xfrm>
            <a:off x="3306000" y="1480883"/>
            <a:ext cx="734700" cy="4476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 name="Google Shape;107;p13"/>
          <p:cNvSpPr txBox="1">
            <a:spLocks noGrp="1"/>
          </p:cNvSpPr>
          <p:nvPr>
            <p:ph type="title" idx="5" hasCustomPrompt="1"/>
          </p:nvPr>
        </p:nvSpPr>
        <p:spPr>
          <a:xfrm>
            <a:off x="3306000" y="2990491"/>
            <a:ext cx="734700" cy="4476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a:spLocks noGrp="1"/>
          </p:cNvSpPr>
          <p:nvPr>
            <p:ph type="title" idx="6" hasCustomPrompt="1"/>
          </p:nvPr>
        </p:nvSpPr>
        <p:spPr>
          <a:xfrm>
            <a:off x="5892000" y="1480883"/>
            <a:ext cx="734700" cy="4476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9" name="Google Shape;109;p13"/>
          <p:cNvSpPr txBox="1">
            <a:spLocks noGrp="1"/>
          </p:cNvSpPr>
          <p:nvPr>
            <p:ph type="title" idx="7" hasCustomPrompt="1"/>
          </p:nvPr>
        </p:nvSpPr>
        <p:spPr>
          <a:xfrm>
            <a:off x="5892000" y="2990491"/>
            <a:ext cx="734700" cy="4476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0" name="Google Shape;110;p13"/>
          <p:cNvSpPr txBox="1">
            <a:spLocks noGrp="1"/>
          </p:cNvSpPr>
          <p:nvPr>
            <p:ph type="subTitle" idx="1"/>
          </p:nvPr>
        </p:nvSpPr>
        <p:spPr>
          <a:xfrm>
            <a:off x="720000" y="2026450"/>
            <a:ext cx="2532000" cy="50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11" name="Google Shape;111;p13"/>
          <p:cNvSpPr txBox="1">
            <a:spLocks noGrp="1"/>
          </p:cNvSpPr>
          <p:nvPr>
            <p:ph type="subTitle" idx="8"/>
          </p:nvPr>
        </p:nvSpPr>
        <p:spPr>
          <a:xfrm>
            <a:off x="3306000" y="2026450"/>
            <a:ext cx="2532000" cy="50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12" name="Google Shape;112;p13"/>
          <p:cNvSpPr txBox="1">
            <a:spLocks noGrp="1"/>
          </p:cNvSpPr>
          <p:nvPr>
            <p:ph type="subTitle" idx="9"/>
          </p:nvPr>
        </p:nvSpPr>
        <p:spPr>
          <a:xfrm>
            <a:off x="5892000" y="2026450"/>
            <a:ext cx="2532000" cy="50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13" name="Google Shape;113;p13"/>
          <p:cNvSpPr txBox="1">
            <a:spLocks noGrp="1"/>
          </p:cNvSpPr>
          <p:nvPr>
            <p:ph type="subTitle" idx="13"/>
          </p:nvPr>
        </p:nvSpPr>
        <p:spPr>
          <a:xfrm>
            <a:off x="720000" y="3544900"/>
            <a:ext cx="2532000" cy="49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14" name="Google Shape;114;p13"/>
          <p:cNvSpPr txBox="1">
            <a:spLocks noGrp="1"/>
          </p:cNvSpPr>
          <p:nvPr>
            <p:ph type="subTitle" idx="14"/>
          </p:nvPr>
        </p:nvSpPr>
        <p:spPr>
          <a:xfrm>
            <a:off x="3306000" y="3544900"/>
            <a:ext cx="2532000" cy="49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15" name="Google Shape;115;p13"/>
          <p:cNvSpPr txBox="1">
            <a:spLocks noGrp="1"/>
          </p:cNvSpPr>
          <p:nvPr>
            <p:ph type="subTitle" idx="15"/>
          </p:nvPr>
        </p:nvSpPr>
        <p:spPr>
          <a:xfrm>
            <a:off x="5892000" y="3544900"/>
            <a:ext cx="2532000" cy="49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116" name="Google Shape;116;p13"/>
          <p:cNvGrpSpPr/>
          <p:nvPr/>
        </p:nvGrpSpPr>
        <p:grpSpPr>
          <a:xfrm>
            <a:off x="0" y="4"/>
            <a:ext cx="9144004" cy="5143496"/>
            <a:chOff x="0" y="4"/>
            <a:chExt cx="9144004" cy="5143496"/>
          </a:xfrm>
        </p:grpSpPr>
        <p:pic>
          <p:nvPicPr>
            <p:cNvPr id="117" name="Google Shape;117;p13"/>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18" name="Google Shape;118;p13"/>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19" name="Google Shape;119;p13"/>
          <p:cNvGrpSpPr/>
          <p:nvPr/>
        </p:nvGrpSpPr>
        <p:grpSpPr>
          <a:xfrm rot="-10539848" flipH="1">
            <a:off x="6108563" y="4049075"/>
            <a:ext cx="4573901" cy="3479217"/>
            <a:chOff x="1522650" y="1117750"/>
            <a:chExt cx="4574075" cy="3479350"/>
          </a:xfrm>
        </p:grpSpPr>
        <p:sp>
          <p:nvSpPr>
            <p:cNvPr id="120" name="Google Shape;120;p13"/>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3"/>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 name="Google Shape;122;p1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23"/>
        <p:cNvGrpSpPr/>
        <p:nvPr/>
      </p:nvGrpSpPr>
      <p:grpSpPr>
        <a:xfrm>
          <a:off x="0" y="0"/>
          <a:ext cx="0" cy="0"/>
          <a:chOff x="0" y="0"/>
          <a:chExt cx="0" cy="0"/>
        </a:xfrm>
      </p:grpSpPr>
      <p:grpSp>
        <p:nvGrpSpPr>
          <p:cNvPr id="124" name="Google Shape;124;p14"/>
          <p:cNvGrpSpPr/>
          <p:nvPr/>
        </p:nvGrpSpPr>
        <p:grpSpPr>
          <a:xfrm>
            <a:off x="0" y="0"/>
            <a:ext cx="9144001" cy="5143500"/>
            <a:chOff x="0" y="0"/>
            <a:chExt cx="9144001" cy="5143500"/>
          </a:xfrm>
        </p:grpSpPr>
        <p:pic>
          <p:nvPicPr>
            <p:cNvPr id="125" name="Google Shape;125;p14"/>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126" name="Google Shape;126;p14"/>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grpSp>
        <p:nvGrpSpPr>
          <p:cNvPr id="127" name="Google Shape;127;p14"/>
          <p:cNvGrpSpPr/>
          <p:nvPr/>
        </p:nvGrpSpPr>
        <p:grpSpPr>
          <a:xfrm rot="10800000">
            <a:off x="6704226" y="3811697"/>
            <a:ext cx="4574075" cy="3479350"/>
            <a:chOff x="1522650" y="1117750"/>
            <a:chExt cx="4574075" cy="3479350"/>
          </a:xfrm>
        </p:grpSpPr>
        <p:sp>
          <p:nvSpPr>
            <p:cNvPr id="128" name="Google Shape;128;p14"/>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4"/>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0" name="Google Shape;130;p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1" name="Google Shape;131;p1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cSld name="CUSTOM_4">
    <p:spTree>
      <p:nvGrpSpPr>
        <p:cNvPr id="1" name="Shape 132"/>
        <p:cNvGrpSpPr/>
        <p:nvPr/>
      </p:nvGrpSpPr>
      <p:grpSpPr>
        <a:xfrm>
          <a:off x="0" y="0"/>
          <a:ext cx="0" cy="0"/>
          <a:chOff x="0" y="0"/>
          <a:chExt cx="0" cy="0"/>
        </a:xfrm>
      </p:grpSpPr>
      <p:grpSp>
        <p:nvGrpSpPr>
          <p:cNvPr id="133" name="Google Shape;133;p15"/>
          <p:cNvGrpSpPr/>
          <p:nvPr/>
        </p:nvGrpSpPr>
        <p:grpSpPr>
          <a:xfrm>
            <a:off x="0" y="4"/>
            <a:ext cx="9144004" cy="5143496"/>
            <a:chOff x="0" y="4"/>
            <a:chExt cx="9144004" cy="5143496"/>
          </a:xfrm>
        </p:grpSpPr>
        <p:pic>
          <p:nvPicPr>
            <p:cNvPr id="134" name="Google Shape;134;p15"/>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35" name="Google Shape;135;p15"/>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36" name="Google Shape;136;p15"/>
          <p:cNvGrpSpPr/>
          <p:nvPr/>
        </p:nvGrpSpPr>
        <p:grpSpPr>
          <a:xfrm rot="-10539848" flipH="1">
            <a:off x="6108563" y="4049075"/>
            <a:ext cx="4573901" cy="3479217"/>
            <a:chOff x="1522650" y="1117750"/>
            <a:chExt cx="4574075" cy="3479350"/>
          </a:xfrm>
        </p:grpSpPr>
        <p:sp>
          <p:nvSpPr>
            <p:cNvPr id="137" name="Google Shape;137;p15"/>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5"/>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5"/>
          <p:cNvSpPr txBox="1">
            <a:spLocks noGrp="1"/>
          </p:cNvSpPr>
          <p:nvPr>
            <p:ph type="title"/>
          </p:nvPr>
        </p:nvSpPr>
        <p:spPr>
          <a:xfrm>
            <a:off x="3889175" y="1000050"/>
            <a:ext cx="3205500" cy="10554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40" name="Google Shape;140;p15"/>
          <p:cNvSpPr txBox="1">
            <a:spLocks noGrp="1"/>
          </p:cNvSpPr>
          <p:nvPr>
            <p:ph type="subTitle" idx="1"/>
          </p:nvPr>
        </p:nvSpPr>
        <p:spPr>
          <a:xfrm>
            <a:off x="3889175" y="2131950"/>
            <a:ext cx="4185300" cy="2011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AutoNum type="arabicPeriod"/>
              <a:defRPr/>
            </a:lvl1pPr>
            <a:lvl2pPr lvl="1" algn="ctr" rtl="0">
              <a:lnSpc>
                <a:spcPct val="100000"/>
              </a:lnSpc>
              <a:spcBef>
                <a:spcPts val="0"/>
              </a:spcBef>
              <a:spcAft>
                <a:spcPts val="0"/>
              </a:spcAft>
              <a:buSzPts val="1200"/>
              <a:buAutoNum type="alphaLcPeriod"/>
              <a:defRPr/>
            </a:lvl2pPr>
            <a:lvl3pPr lvl="2" algn="ctr" rtl="0">
              <a:lnSpc>
                <a:spcPct val="100000"/>
              </a:lnSpc>
              <a:spcBef>
                <a:spcPts val="0"/>
              </a:spcBef>
              <a:spcAft>
                <a:spcPts val="0"/>
              </a:spcAft>
              <a:buSzPts val="1200"/>
              <a:buAutoNum type="romanLcPeriod"/>
              <a:defRPr/>
            </a:lvl3pPr>
            <a:lvl4pPr lvl="3" algn="ctr" rtl="0">
              <a:lnSpc>
                <a:spcPct val="100000"/>
              </a:lnSpc>
              <a:spcBef>
                <a:spcPts val="0"/>
              </a:spcBef>
              <a:spcAft>
                <a:spcPts val="0"/>
              </a:spcAft>
              <a:buSzPts val="1200"/>
              <a:buAutoNum type="arabicPeriod"/>
              <a:defRPr/>
            </a:lvl4pPr>
            <a:lvl5pPr lvl="4" algn="ctr" rtl="0">
              <a:lnSpc>
                <a:spcPct val="100000"/>
              </a:lnSpc>
              <a:spcBef>
                <a:spcPts val="0"/>
              </a:spcBef>
              <a:spcAft>
                <a:spcPts val="0"/>
              </a:spcAft>
              <a:buSzPts val="1200"/>
              <a:buAutoNum type="alphaLcPeriod"/>
              <a:defRPr/>
            </a:lvl5pPr>
            <a:lvl6pPr lvl="5" algn="ctr" rtl="0">
              <a:lnSpc>
                <a:spcPct val="100000"/>
              </a:lnSpc>
              <a:spcBef>
                <a:spcPts val="0"/>
              </a:spcBef>
              <a:spcAft>
                <a:spcPts val="0"/>
              </a:spcAft>
              <a:buSzPts val="1200"/>
              <a:buAutoNum type="romanLcPeriod"/>
              <a:defRPr/>
            </a:lvl6pPr>
            <a:lvl7pPr lvl="6" algn="ctr" rtl="0">
              <a:lnSpc>
                <a:spcPct val="100000"/>
              </a:lnSpc>
              <a:spcBef>
                <a:spcPts val="0"/>
              </a:spcBef>
              <a:spcAft>
                <a:spcPts val="0"/>
              </a:spcAft>
              <a:buSzPts val="1200"/>
              <a:buAutoNum type="arabicPeriod"/>
              <a:defRPr/>
            </a:lvl7pPr>
            <a:lvl8pPr lvl="7" algn="ctr" rtl="0">
              <a:lnSpc>
                <a:spcPct val="100000"/>
              </a:lnSpc>
              <a:spcBef>
                <a:spcPts val="0"/>
              </a:spcBef>
              <a:spcAft>
                <a:spcPts val="0"/>
              </a:spcAft>
              <a:buSzPts val="1200"/>
              <a:buAutoNum type="alphaLcPeriod"/>
              <a:defRPr/>
            </a:lvl8pPr>
            <a:lvl9pPr lvl="8" algn="ctr" rtl="0">
              <a:lnSpc>
                <a:spcPct val="100000"/>
              </a:lnSpc>
              <a:spcBef>
                <a:spcPts val="0"/>
              </a:spcBef>
              <a:spcAft>
                <a:spcPts val="0"/>
              </a:spcAft>
              <a:buSzPts val="1200"/>
              <a:buAutoNum type="romanLcPeriod"/>
              <a:defRPr/>
            </a:lvl9pPr>
          </a:lstStyle>
          <a:p>
            <a:endParaRPr/>
          </a:p>
        </p:txBody>
      </p:sp>
      <p:sp>
        <p:nvSpPr>
          <p:cNvPr id="141" name="Google Shape;141;p1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cSld name="CUSTOM_4_1">
    <p:spTree>
      <p:nvGrpSpPr>
        <p:cNvPr id="1" name="Shape 142"/>
        <p:cNvGrpSpPr/>
        <p:nvPr/>
      </p:nvGrpSpPr>
      <p:grpSpPr>
        <a:xfrm>
          <a:off x="0" y="0"/>
          <a:ext cx="0" cy="0"/>
          <a:chOff x="0" y="0"/>
          <a:chExt cx="0" cy="0"/>
        </a:xfrm>
      </p:grpSpPr>
      <p:grpSp>
        <p:nvGrpSpPr>
          <p:cNvPr id="143" name="Google Shape;143;p16"/>
          <p:cNvGrpSpPr/>
          <p:nvPr/>
        </p:nvGrpSpPr>
        <p:grpSpPr>
          <a:xfrm>
            <a:off x="0" y="0"/>
            <a:ext cx="9144001" cy="5143500"/>
            <a:chOff x="0" y="0"/>
            <a:chExt cx="9144001" cy="5143500"/>
          </a:xfrm>
        </p:grpSpPr>
        <p:pic>
          <p:nvPicPr>
            <p:cNvPr id="144" name="Google Shape;144;p16"/>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145" name="Google Shape;145;p16"/>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grpSp>
        <p:nvGrpSpPr>
          <p:cNvPr id="146" name="Google Shape;146;p16"/>
          <p:cNvGrpSpPr/>
          <p:nvPr/>
        </p:nvGrpSpPr>
        <p:grpSpPr>
          <a:xfrm rot="10800000">
            <a:off x="6704226" y="3811697"/>
            <a:ext cx="4574075" cy="3479350"/>
            <a:chOff x="1522650" y="1117750"/>
            <a:chExt cx="4574075" cy="3479350"/>
          </a:xfrm>
        </p:grpSpPr>
        <p:sp>
          <p:nvSpPr>
            <p:cNvPr id="147" name="Google Shape;147;p16"/>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6"/>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9" name="Google Shape;149;p16"/>
          <p:cNvSpPr txBox="1">
            <a:spLocks noGrp="1"/>
          </p:cNvSpPr>
          <p:nvPr>
            <p:ph type="title"/>
          </p:nvPr>
        </p:nvSpPr>
        <p:spPr>
          <a:xfrm>
            <a:off x="713225" y="707075"/>
            <a:ext cx="2345400" cy="974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50" name="Google Shape;150;p16"/>
          <p:cNvSpPr txBox="1">
            <a:spLocks noGrp="1"/>
          </p:cNvSpPr>
          <p:nvPr>
            <p:ph type="subTitle" idx="1"/>
          </p:nvPr>
        </p:nvSpPr>
        <p:spPr>
          <a:xfrm>
            <a:off x="713225" y="1606775"/>
            <a:ext cx="2345400" cy="112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1" name="Google Shape;151;p16"/>
          <p:cNvSpPr>
            <a:spLocks noGrp="1"/>
          </p:cNvSpPr>
          <p:nvPr>
            <p:ph type="pic" idx="2"/>
          </p:nvPr>
        </p:nvSpPr>
        <p:spPr>
          <a:xfrm>
            <a:off x="5588500" y="539500"/>
            <a:ext cx="2801100" cy="4064700"/>
          </a:xfrm>
          <a:prstGeom prst="roundRect">
            <a:avLst>
              <a:gd name="adj" fmla="val 16667"/>
            </a:avLst>
          </a:prstGeom>
          <a:noFill/>
          <a:ln>
            <a:noFill/>
          </a:ln>
        </p:spPr>
      </p:sp>
      <p:sp>
        <p:nvSpPr>
          <p:cNvPr id="152" name="Google Shape;152;p16"/>
          <p:cNvSpPr>
            <a:spLocks noGrp="1"/>
          </p:cNvSpPr>
          <p:nvPr>
            <p:ph type="pic" idx="3"/>
          </p:nvPr>
        </p:nvSpPr>
        <p:spPr>
          <a:xfrm>
            <a:off x="3171450" y="539500"/>
            <a:ext cx="2304300" cy="2285700"/>
          </a:xfrm>
          <a:prstGeom prst="roundRect">
            <a:avLst>
              <a:gd name="adj" fmla="val 16667"/>
            </a:avLst>
          </a:prstGeom>
          <a:noFill/>
          <a:ln>
            <a:noFill/>
          </a:ln>
        </p:spPr>
      </p:sp>
      <p:sp>
        <p:nvSpPr>
          <p:cNvPr id="153" name="Google Shape;153;p16"/>
          <p:cNvSpPr>
            <a:spLocks noGrp="1"/>
          </p:cNvSpPr>
          <p:nvPr>
            <p:ph type="pic" idx="4"/>
          </p:nvPr>
        </p:nvSpPr>
        <p:spPr>
          <a:xfrm>
            <a:off x="3171450" y="2953775"/>
            <a:ext cx="2304300" cy="1650300"/>
          </a:xfrm>
          <a:prstGeom prst="roundRect">
            <a:avLst>
              <a:gd name="adj" fmla="val 16667"/>
            </a:avLst>
          </a:prstGeom>
          <a:noFill/>
          <a:ln>
            <a:noFill/>
          </a:ln>
        </p:spPr>
      </p:sp>
      <p:sp>
        <p:nvSpPr>
          <p:cNvPr id="154" name="Google Shape;154;p16"/>
          <p:cNvSpPr>
            <a:spLocks noGrp="1"/>
          </p:cNvSpPr>
          <p:nvPr>
            <p:ph type="pic" idx="5"/>
          </p:nvPr>
        </p:nvSpPr>
        <p:spPr>
          <a:xfrm>
            <a:off x="754400" y="2953775"/>
            <a:ext cx="2304300" cy="1650300"/>
          </a:xfrm>
          <a:prstGeom prst="roundRect">
            <a:avLst>
              <a:gd name="adj" fmla="val 16667"/>
            </a:avLst>
          </a:prstGeom>
          <a:noFill/>
          <a:ln>
            <a:noFill/>
          </a:ln>
        </p:spPr>
      </p:sp>
      <p:sp>
        <p:nvSpPr>
          <p:cNvPr id="155" name="Google Shape;155;p1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2">
  <p:cSld name="CUSTOM_4_2">
    <p:spTree>
      <p:nvGrpSpPr>
        <p:cNvPr id="1" name="Shape 156"/>
        <p:cNvGrpSpPr/>
        <p:nvPr/>
      </p:nvGrpSpPr>
      <p:grpSpPr>
        <a:xfrm>
          <a:off x="0" y="0"/>
          <a:ext cx="0" cy="0"/>
          <a:chOff x="0" y="0"/>
          <a:chExt cx="0" cy="0"/>
        </a:xfrm>
      </p:grpSpPr>
      <p:grpSp>
        <p:nvGrpSpPr>
          <p:cNvPr id="157" name="Google Shape;157;p17"/>
          <p:cNvGrpSpPr/>
          <p:nvPr/>
        </p:nvGrpSpPr>
        <p:grpSpPr>
          <a:xfrm>
            <a:off x="0" y="4"/>
            <a:ext cx="9144004" cy="5143496"/>
            <a:chOff x="0" y="4"/>
            <a:chExt cx="9144004" cy="5143496"/>
          </a:xfrm>
        </p:grpSpPr>
        <p:pic>
          <p:nvPicPr>
            <p:cNvPr id="158" name="Google Shape;158;p17"/>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59" name="Google Shape;159;p17"/>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60" name="Google Shape;160;p17"/>
          <p:cNvGrpSpPr/>
          <p:nvPr/>
        </p:nvGrpSpPr>
        <p:grpSpPr>
          <a:xfrm rot="-10539848" flipH="1">
            <a:off x="6108563" y="4049075"/>
            <a:ext cx="4573901" cy="3479217"/>
            <a:chOff x="1522650" y="1117750"/>
            <a:chExt cx="4574075" cy="3479350"/>
          </a:xfrm>
        </p:grpSpPr>
        <p:sp>
          <p:nvSpPr>
            <p:cNvPr id="161" name="Google Shape;161;p17"/>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7"/>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3" name="Google Shape;163;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64" name="Google Shape;164;p17"/>
          <p:cNvSpPr txBox="1">
            <a:spLocks noGrp="1"/>
          </p:cNvSpPr>
          <p:nvPr>
            <p:ph type="subTitle" idx="1"/>
          </p:nvPr>
        </p:nvSpPr>
        <p:spPr>
          <a:xfrm>
            <a:off x="719975" y="1164450"/>
            <a:ext cx="3748800" cy="11889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1200"/>
              <a:buChar char="●"/>
              <a:defRPr/>
            </a:lvl1pPr>
            <a:lvl2pPr lvl="1">
              <a:spcBef>
                <a:spcPts val="0"/>
              </a:spcBef>
              <a:spcAft>
                <a:spcPts val="0"/>
              </a:spcAft>
              <a:buSzPts val="1200"/>
              <a:buChar char="○"/>
              <a:defRPr/>
            </a:lvl2pPr>
            <a:lvl3pPr lvl="2">
              <a:spcBef>
                <a:spcPts val="0"/>
              </a:spcBef>
              <a:spcAft>
                <a:spcPts val="0"/>
              </a:spcAft>
              <a:buSzPts val="1200"/>
              <a:buChar char="■"/>
              <a:defRPr/>
            </a:lvl3pPr>
            <a:lvl4pPr lvl="3">
              <a:spcBef>
                <a:spcPts val="0"/>
              </a:spcBef>
              <a:spcAft>
                <a:spcPts val="0"/>
              </a:spcAft>
              <a:buSzPts val="1200"/>
              <a:buChar char="●"/>
              <a:defRPr/>
            </a:lvl4pPr>
            <a:lvl5pPr lvl="4">
              <a:spcBef>
                <a:spcPts val="0"/>
              </a:spcBef>
              <a:spcAft>
                <a:spcPts val="0"/>
              </a:spcAft>
              <a:buSzPts val="1200"/>
              <a:buChar char="○"/>
              <a:defRPr/>
            </a:lvl5pPr>
            <a:lvl6pPr lvl="5">
              <a:spcBef>
                <a:spcPts val="0"/>
              </a:spcBef>
              <a:spcAft>
                <a:spcPts val="0"/>
              </a:spcAft>
              <a:buSzPts val="1200"/>
              <a:buChar char="■"/>
              <a:defRPr/>
            </a:lvl6pPr>
            <a:lvl7pPr lvl="6">
              <a:spcBef>
                <a:spcPts val="0"/>
              </a:spcBef>
              <a:spcAft>
                <a:spcPts val="0"/>
              </a:spcAft>
              <a:buSzPts val="1200"/>
              <a:buChar char="●"/>
              <a:defRPr/>
            </a:lvl7pPr>
            <a:lvl8pPr lvl="7">
              <a:spcBef>
                <a:spcPts val="0"/>
              </a:spcBef>
              <a:spcAft>
                <a:spcPts val="0"/>
              </a:spcAft>
              <a:buSzPts val="1200"/>
              <a:buChar char="○"/>
              <a:defRPr/>
            </a:lvl8pPr>
            <a:lvl9pPr lvl="8">
              <a:spcBef>
                <a:spcPts val="0"/>
              </a:spcBef>
              <a:spcAft>
                <a:spcPts val="0"/>
              </a:spcAft>
              <a:buSzPts val="1200"/>
              <a:buChar char="■"/>
              <a:defRPr/>
            </a:lvl9pPr>
          </a:lstStyle>
          <a:p>
            <a:endParaRPr/>
          </a:p>
        </p:txBody>
      </p:sp>
      <p:sp>
        <p:nvSpPr>
          <p:cNvPr id="165" name="Google Shape;165;p1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3">
  <p:cSld name="CUSTOM_4_3">
    <p:spTree>
      <p:nvGrpSpPr>
        <p:cNvPr id="1" name="Shape 166"/>
        <p:cNvGrpSpPr/>
        <p:nvPr/>
      </p:nvGrpSpPr>
      <p:grpSpPr>
        <a:xfrm>
          <a:off x="0" y="0"/>
          <a:ext cx="0" cy="0"/>
          <a:chOff x="0" y="0"/>
          <a:chExt cx="0" cy="0"/>
        </a:xfrm>
      </p:grpSpPr>
      <p:grpSp>
        <p:nvGrpSpPr>
          <p:cNvPr id="167" name="Google Shape;167;p18"/>
          <p:cNvGrpSpPr/>
          <p:nvPr/>
        </p:nvGrpSpPr>
        <p:grpSpPr>
          <a:xfrm>
            <a:off x="0" y="0"/>
            <a:ext cx="9144001" cy="5143500"/>
            <a:chOff x="0" y="0"/>
            <a:chExt cx="9144001" cy="5143500"/>
          </a:xfrm>
        </p:grpSpPr>
        <p:pic>
          <p:nvPicPr>
            <p:cNvPr id="168" name="Google Shape;168;p18"/>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169" name="Google Shape;169;p18"/>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grpSp>
        <p:nvGrpSpPr>
          <p:cNvPr id="170" name="Google Shape;170;p18"/>
          <p:cNvGrpSpPr/>
          <p:nvPr/>
        </p:nvGrpSpPr>
        <p:grpSpPr>
          <a:xfrm rot="10800000">
            <a:off x="6704226" y="3811697"/>
            <a:ext cx="4574075" cy="3479350"/>
            <a:chOff x="1522650" y="1117750"/>
            <a:chExt cx="4574075" cy="3479350"/>
          </a:xfrm>
        </p:grpSpPr>
        <p:sp>
          <p:nvSpPr>
            <p:cNvPr id="171" name="Google Shape;171;p18"/>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8"/>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3" name="Google Shape;173;p18"/>
          <p:cNvSpPr txBox="1">
            <a:spLocks noGrp="1"/>
          </p:cNvSpPr>
          <p:nvPr>
            <p:ph type="subTitle" idx="1"/>
          </p:nvPr>
        </p:nvSpPr>
        <p:spPr>
          <a:xfrm>
            <a:off x="719975" y="1393800"/>
            <a:ext cx="5015400" cy="22035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1200"/>
              <a:buChar char="●"/>
              <a:defRPr/>
            </a:lvl1pPr>
            <a:lvl2pPr lvl="1" rtl="0">
              <a:spcBef>
                <a:spcPts val="0"/>
              </a:spcBef>
              <a:spcAft>
                <a:spcPts val="0"/>
              </a:spcAft>
              <a:buSzPts val="1200"/>
              <a:buChar char="○"/>
              <a:defRPr/>
            </a:lvl2pPr>
            <a:lvl3pPr lvl="2" rtl="0">
              <a:spcBef>
                <a:spcPts val="0"/>
              </a:spcBef>
              <a:spcAft>
                <a:spcPts val="0"/>
              </a:spcAft>
              <a:buSzPts val="1200"/>
              <a:buChar char="■"/>
              <a:defRPr/>
            </a:lvl3pPr>
            <a:lvl4pPr lvl="3" rtl="0">
              <a:spcBef>
                <a:spcPts val="0"/>
              </a:spcBef>
              <a:spcAft>
                <a:spcPts val="0"/>
              </a:spcAft>
              <a:buSzPts val="1200"/>
              <a:buChar char="●"/>
              <a:defRPr/>
            </a:lvl4pPr>
            <a:lvl5pPr lvl="4" rtl="0">
              <a:spcBef>
                <a:spcPts val="0"/>
              </a:spcBef>
              <a:spcAft>
                <a:spcPts val="0"/>
              </a:spcAft>
              <a:buSzPts val="1200"/>
              <a:buChar char="○"/>
              <a:defRPr/>
            </a:lvl5pPr>
            <a:lvl6pPr lvl="5" rtl="0">
              <a:spcBef>
                <a:spcPts val="0"/>
              </a:spcBef>
              <a:spcAft>
                <a:spcPts val="0"/>
              </a:spcAft>
              <a:buSzPts val="1200"/>
              <a:buChar char="■"/>
              <a:defRPr/>
            </a:lvl6pPr>
            <a:lvl7pPr lvl="6" rtl="0">
              <a:spcBef>
                <a:spcPts val="0"/>
              </a:spcBef>
              <a:spcAft>
                <a:spcPts val="0"/>
              </a:spcAft>
              <a:buSzPts val="1200"/>
              <a:buChar char="●"/>
              <a:defRPr/>
            </a:lvl7pPr>
            <a:lvl8pPr lvl="7" rtl="0">
              <a:spcBef>
                <a:spcPts val="0"/>
              </a:spcBef>
              <a:spcAft>
                <a:spcPts val="0"/>
              </a:spcAft>
              <a:buSzPts val="1200"/>
              <a:buChar char="○"/>
              <a:defRPr/>
            </a:lvl8pPr>
            <a:lvl9pPr lvl="8" rtl="0">
              <a:spcBef>
                <a:spcPts val="0"/>
              </a:spcBef>
              <a:spcAft>
                <a:spcPts val="0"/>
              </a:spcAft>
              <a:buSzPts val="1200"/>
              <a:buChar char="■"/>
              <a:defRPr/>
            </a:lvl9pPr>
          </a:lstStyle>
          <a:p>
            <a:endParaRPr/>
          </a:p>
        </p:txBody>
      </p:sp>
      <p:sp>
        <p:nvSpPr>
          <p:cNvPr id="174" name="Google Shape;174;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5" name="Google Shape;175;p1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76"/>
        <p:cNvGrpSpPr/>
        <p:nvPr/>
      </p:nvGrpSpPr>
      <p:grpSpPr>
        <a:xfrm>
          <a:off x="0" y="0"/>
          <a:ext cx="0" cy="0"/>
          <a:chOff x="0" y="0"/>
          <a:chExt cx="0" cy="0"/>
        </a:xfrm>
      </p:grpSpPr>
      <p:grpSp>
        <p:nvGrpSpPr>
          <p:cNvPr id="177" name="Google Shape;177;p19"/>
          <p:cNvGrpSpPr/>
          <p:nvPr/>
        </p:nvGrpSpPr>
        <p:grpSpPr>
          <a:xfrm>
            <a:off x="0" y="0"/>
            <a:ext cx="9144001" cy="5143500"/>
            <a:chOff x="0" y="0"/>
            <a:chExt cx="9144001" cy="5143500"/>
          </a:xfrm>
        </p:grpSpPr>
        <p:pic>
          <p:nvPicPr>
            <p:cNvPr id="178" name="Google Shape;178;p19"/>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179" name="Google Shape;179;p19"/>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grpSp>
        <p:nvGrpSpPr>
          <p:cNvPr id="180" name="Google Shape;180;p19"/>
          <p:cNvGrpSpPr/>
          <p:nvPr/>
        </p:nvGrpSpPr>
        <p:grpSpPr>
          <a:xfrm rot="10800000">
            <a:off x="6704226" y="3811697"/>
            <a:ext cx="4574075" cy="3479350"/>
            <a:chOff x="1522650" y="1117750"/>
            <a:chExt cx="4574075" cy="3479350"/>
          </a:xfrm>
        </p:grpSpPr>
        <p:sp>
          <p:nvSpPr>
            <p:cNvPr id="181" name="Google Shape;181;p19"/>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9"/>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3" name="Google Shape;183;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84" name="Google Shape;184;p19"/>
          <p:cNvSpPr txBox="1">
            <a:spLocks noGrp="1"/>
          </p:cNvSpPr>
          <p:nvPr>
            <p:ph type="subTitle" idx="1"/>
          </p:nvPr>
        </p:nvSpPr>
        <p:spPr>
          <a:xfrm>
            <a:off x="865525" y="2741725"/>
            <a:ext cx="2189400" cy="186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5" name="Google Shape;185;p19"/>
          <p:cNvSpPr txBox="1">
            <a:spLocks noGrp="1"/>
          </p:cNvSpPr>
          <p:nvPr>
            <p:ph type="subTitle" idx="2"/>
          </p:nvPr>
        </p:nvSpPr>
        <p:spPr>
          <a:xfrm>
            <a:off x="3433873" y="2741725"/>
            <a:ext cx="2189400" cy="186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6" name="Google Shape;186;p19"/>
          <p:cNvSpPr txBox="1">
            <a:spLocks noGrp="1"/>
          </p:cNvSpPr>
          <p:nvPr>
            <p:ph type="subTitle" idx="3"/>
          </p:nvPr>
        </p:nvSpPr>
        <p:spPr>
          <a:xfrm>
            <a:off x="6002228" y="2741725"/>
            <a:ext cx="2189400" cy="186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7" name="Google Shape;187;p19"/>
          <p:cNvSpPr txBox="1">
            <a:spLocks noGrp="1"/>
          </p:cNvSpPr>
          <p:nvPr>
            <p:ph type="subTitle" idx="4"/>
          </p:nvPr>
        </p:nvSpPr>
        <p:spPr>
          <a:xfrm>
            <a:off x="865525" y="2046500"/>
            <a:ext cx="2189400" cy="708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88" name="Google Shape;188;p19"/>
          <p:cNvSpPr txBox="1">
            <a:spLocks noGrp="1"/>
          </p:cNvSpPr>
          <p:nvPr>
            <p:ph type="subTitle" idx="5"/>
          </p:nvPr>
        </p:nvSpPr>
        <p:spPr>
          <a:xfrm>
            <a:off x="3433878" y="2046500"/>
            <a:ext cx="2189400" cy="708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89" name="Google Shape;189;p19"/>
          <p:cNvSpPr txBox="1">
            <a:spLocks noGrp="1"/>
          </p:cNvSpPr>
          <p:nvPr>
            <p:ph type="subTitle" idx="6"/>
          </p:nvPr>
        </p:nvSpPr>
        <p:spPr>
          <a:xfrm>
            <a:off x="6002231" y="2046500"/>
            <a:ext cx="2189400" cy="708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90" name="Google Shape;190;p1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91"/>
        <p:cNvGrpSpPr/>
        <p:nvPr/>
      </p:nvGrpSpPr>
      <p:grpSpPr>
        <a:xfrm>
          <a:off x="0" y="0"/>
          <a:ext cx="0" cy="0"/>
          <a:chOff x="0" y="0"/>
          <a:chExt cx="0" cy="0"/>
        </a:xfrm>
      </p:grpSpPr>
      <p:grpSp>
        <p:nvGrpSpPr>
          <p:cNvPr id="192" name="Google Shape;192;p20"/>
          <p:cNvGrpSpPr/>
          <p:nvPr/>
        </p:nvGrpSpPr>
        <p:grpSpPr>
          <a:xfrm>
            <a:off x="0" y="4"/>
            <a:ext cx="9144004" cy="5143496"/>
            <a:chOff x="0" y="4"/>
            <a:chExt cx="9144004" cy="5143496"/>
          </a:xfrm>
        </p:grpSpPr>
        <p:pic>
          <p:nvPicPr>
            <p:cNvPr id="193" name="Google Shape;193;p20"/>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94" name="Google Shape;194;p20"/>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95" name="Google Shape;195;p20"/>
          <p:cNvGrpSpPr/>
          <p:nvPr/>
        </p:nvGrpSpPr>
        <p:grpSpPr>
          <a:xfrm rot="-10539848" flipH="1">
            <a:off x="6108563" y="4049075"/>
            <a:ext cx="4573901" cy="3479217"/>
            <a:chOff x="1522650" y="1117750"/>
            <a:chExt cx="4574075" cy="3479350"/>
          </a:xfrm>
        </p:grpSpPr>
        <p:sp>
          <p:nvSpPr>
            <p:cNvPr id="196" name="Google Shape;196;p20"/>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0"/>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8" name="Google Shape;198;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99" name="Google Shape;199;p20"/>
          <p:cNvSpPr txBox="1">
            <a:spLocks noGrp="1"/>
          </p:cNvSpPr>
          <p:nvPr>
            <p:ph type="subTitle" idx="1"/>
          </p:nvPr>
        </p:nvSpPr>
        <p:spPr>
          <a:xfrm>
            <a:off x="1225674" y="1659425"/>
            <a:ext cx="32187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0" name="Google Shape;200;p20"/>
          <p:cNvSpPr txBox="1">
            <a:spLocks noGrp="1"/>
          </p:cNvSpPr>
          <p:nvPr>
            <p:ph type="subTitle" idx="2"/>
          </p:nvPr>
        </p:nvSpPr>
        <p:spPr>
          <a:xfrm>
            <a:off x="5052125" y="1659425"/>
            <a:ext cx="32187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1" name="Google Shape;201;p20"/>
          <p:cNvSpPr txBox="1">
            <a:spLocks noGrp="1"/>
          </p:cNvSpPr>
          <p:nvPr>
            <p:ph type="subTitle" idx="3"/>
          </p:nvPr>
        </p:nvSpPr>
        <p:spPr>
          <a:xfrm>
            <a:off x="1225674" y="3320000"/>
            <a:ext cx="32187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2" name="Google Shape;202;p20"/>
          <p:cNvSpPr txBox="1">
            <a:spLocks noGrp="1"/>
          </p:cNvSpPr>
          <p:nvPr>
            <p:ph type="subTitle" idx="4"/>
          </p:nvPr>
        </p:nvSpPr>
        <p:spPr>
          <a:xfrm>
            <a:off x="5052125" y="3320000"/>
            <a:ext cx="32187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3" name="Google Shape;203;p20"/>
          <p:cNvSpPr txBox="1">
            <a:spLocks noGrp="1"/>
          </p:cNvSpPr>
          <p:nvPr>
            <p:ph type="subTitle" idx="5"/>
          </p:nvPr>
        </p:nvSpPr>
        <p:spPr>
          <a:xfrm>
            <a:off x="1225675" y="1331675"/>
            <a:ext cx="3218700" cy="41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04" name="Google Shape;204;p20"/>
          <p:cNvSpPr txBox="1">
            <a:spLocks noGrp="1"/>
          </p:cNvSpPr>
          <p:nvPr>
            <p:ph type="subTitle" idx="6"/>
          </p:nvPr>
        </p:nvSpPr>
        <p:spPr>
          <a:xfrm>
            <a:off x="1225675" y="2992275"/>
            <a:ext cx="3218700" cy="41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05" name="Google Shape;205;p20"/>
          <p:cNvSpPr txBox="1">
            <a:spLocks noGrp="1"/>
          </p:cNvSpPr>
          <p:nvPr>
            <p:ph type="subTitle" idx="7"/>
          </p:nvPr>
        </p:nvSpPr>
        <p:spPr>
          <a:xfrm>
            <a:off x="5052099" y="1331675"/>
            <a:ext cx="3218700" cy="41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06" name="Google Shape;206;p20"/>
          <p:cNvSpPr txBox="1">
            <a:spLocks noGrp="1"/>
          </p:cNvSpPr>
          <p:nvPr>
            <p:ph type="subTitle" idx="8"/>
          </p:nvPr>
        </p:nvSpPr>
        <p:spPr>
          <a:xfrm>
            <a:off x="5052099" y="2992275"/>
            <a:ext cx="3218700" cy="41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07" name="Google Shape;207;p2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208"/>
        <p:cNvGrpSpPr/>
        <p:nvPr/>
      </p:nvGrpSpPr>
      <p:grpSpPr>
        <a:xfrm>
          <a:off x="0" y="0"/>
          <a:ext cx="0" cy="0"/>
          <a:chOff x="0" y="0"/>
          <a:chExt cx="0" cy="0"/>
        </a:xfrm>
      </p:grpSpPr>
      <p:grpSp>
        <p:nvGrpSpPr>
          <p:cNvPr id="209" name="Google Shape;209;p21"/>
          <p:cNvGrpSpPr/>
          <p:nvPr/>
        </p:nvGrpSpPr>
        <p:grpSpPr>
          <a:xfrm>
            <a:off x="0" y="0"/>
            <a:ext cx="9144001" cy="5143500"/>
            <a:chOff x="0" y="0"/>
            <a:chExt cx="9144001" cy="5143500"/>
          </a:xfrm>
        </p:grpSpPr>
        <p:pic>
          <p:nvPicPr>
            <p:cNvPr id="210" name="Google Shape;210;p21"/>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211" name="Google Shape;211;p21"/>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grpSp>
        <p:nvGrpSpPr>
          <p:cNvPr id="212" name="Google Shape;212;p21"/>
          <p:cNvGrpSpPr/>
          <p:nvPr/>
        </p:nvGrpSpPr>
        <p:grpSpPr>
          <a:xfrm rot="10800000">
            <a:off x="6704226" y="3811697"/>
            <a:ext cx="4574075" cy="3479350"/>
            <a:chOff x="1522650" y="1117750"/>
            <a:chExt cx="4574075" cy="3479350"/>
          </a:xfrm>
        </p:grpSpPr>
        <p:sp>
          <p:nvSpPr>
            <p:cNvPr id="213" name="Google Shape;213;p21"/>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1"/>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5" name="Google Shape;215;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16" name="Google Shape;216;p21"/>
          <p:cNvSpPr txBox="1">
            <a:spLocks noGrp="1"/>
          </p:cNvSpPr>
          <p:nvPr>
            <p:ph type="subTitle" idx="1"/>
          </p:nvPr>
        </p:nvSpPr>
        <p:spPr>
          <a:xfrm>
            <a:off x="1162025" y="1656927"/>
            <a:ext cx="1975200" cy="118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7" name="Google Shape;217;p21"/>
          <p:cNvSpPr txBox="1">
            <a:spLocks noGrp="1"/>
          </p:cNvSpPr>
          <p:nvPr>
            <p:ph type="subTitle" idx="2"/>
          </p:nvPr>
        </p:nvSpPr>
        <p:spPr>
          <a:xfrm>
            <a:off x="3782975" y="1656925"/>
            <a:ext cx="1972200" cy="118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8" name="Google Shape;218;p21"/>
          <p:cNvSpPr txBox="1">
            <a:spLocks noGrp="1"/>
          </p:cNvSpPr>
          <p:nvPr>
            <p:ph type="subTitle" idx="3"/>
          </p:nvPr>
        </p:nvSpPr>
        <p:spPr>
          <a:xfrm>
            <a:off x="1162025" y="3387221"/>
            <a:ext cx="1975200" cy="118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9" name="Google Shape;219;p21"/>
          <p:cNvSpPr txBox="1">
            <a:spLocks noGrp="1"/>
          </p:cNvSpPr>
          <p:nvPr>
            <p:ph type="subTitle" idx="4"/>
          </p:nvPr>
        </p:nvSpPr>
        <p:spPr>
          <a:xfrm>
            <a:off x="3782975" y="3387221"/>
            <a:ext cx="1975200" cy="118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20" name="Google Shape;220;p21"/>
          <p:cNvSpPr txBox="1">
            <a:spLocks noGrp="1"/>
          </p:cNvSpPr>
          <p:nvPr>
            <p:ph type="subTitle" idx="5"/>
          </p:nvPr>
        </p:nvSpPr>
        <p:spPr>
          <a:xfrm>
            <a:off x="6403925" y="1656927"/>
            <a:ext cx="1975200" cy="118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21" name="Google Shape;221;p21"/>
          <p:cNvSpPr txBox="1">
            <a:spLocks noGrp="1"/>
          </p:cNvSpPr>
          <p:nvPr>
            <p:ph type="subTitle" idx="6"/>
          </p:nvPr>
        </p:nvSpPr>
        <p:spPr>
          <a:xfrm>
            <a:off x="6403925" y="3387221"/>
            <a:ext cx="1975200" cy="118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22" name="Google Shape;222;p21"/>
          <p:cNvSpPr txBox="1">
            <a:spLocks noGrp="1"/>
          </p:cNvSpPr>
          <p:nvPr>
            <p:ph type="subTitle" idx="7"/>
          </p:nvPr>
        </p:nvSpPr>
        <p:spPr>
          <a:xfrm>
            <a:off x="1162025" y="1359241"/>
            <a:ext cx="1975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23" name="Google Shape;223;p21"/>
          <p:cNvSpPr txBox="1">
            <a:spLocks noGrp="1"/>
          </p:cNvSpPr>
          <p:nvPr>
            <p:ph type="subTitle" idx="8"/>
          </p:nvPr>
        </p:nvSpPr>
        <p:spPr>
          <a:xfrm>
            <a:off x="3782975" y="1359241"/>
            <a:ext cx="1972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24" name="Google Shape;224;p21"/>
          <p:cNvSpPr txBox="1">
            <a:spLocks noGrp="1"/>
          </p:cNvSpPr>
          <p:nvPr>
            <p:ph type="subTitle" idx="9"/>
          </p:nvPr>
        </p:nvSpPr>
        <p:spPr>
          <a:xfrm>
            <a:off x="6403925" y="1359241"/>
            <a:ext cx="19728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25" name="Google Shape;225;p21"/>
          <p:cNvSpPr txBox="1">
            <a:spLocks noGrp="1"/>
          </p:cNvSpPr>
          <p:nvPr>
            <p:ph type="subTitle" idx="13"/>
          </p:nvPr>
        </p:nvSpPr>
        <p:spPr>
          <a:xfrm>
            <a:off x="1162025" y="3086317"/>
            <a:ext cx="1975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26" name="Google Shape;226;p21"/>
          <p:cNvSpPr txBox="1">
            <a:spLocks noGrp="1"/>
          </p:cNvSpPr>
          <p:nvPr>
            <p:ph type="subTitle" idx="14"/>
          </p:nvPr>
        </p:nvSpPr>
        <p:spPr>
          <a:xfrm>
            <a:off x="3782975" y="3086317"/>
            <a:ext cx="1972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27" name="Google Shape;227;p21"/>
          <p:cNvSpPr txBox="1">
            <a:spLocks noGrp="1"/>
          </p:cNvSpPr>
          <p:nvPr>
            <p:ph type="subTitle" idx="15"/>
          </p:nvPr>
        </p:nvSpPr>
        <p:spPr>
          <a:xfrm>
            <a:off x="6403925" y="3086317"/>
            <a:ext cx="19728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28" name="Google Shape;228;p2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229"/>
        <p:cNvGrpSpPr/>
        <p:nvPr/>
      </p:nvGrpSpPr>
      <p:grpSpPr>
        <a:xfrm>
          <a:off x="0" y="0"/>
          <a:ext cx="0" cy="0"/>
          <a:chOff x="0" y="0"/>
          <a:chExt cx="0" cy="0"/>
        </a:xfrm>
      </p:grpSpPr>
      <p:sp>
        <p:nvSpPr>
          <p:cNvPr id="230" name="Google Shape;230;p22"/>
          <p:cNvSpPr txBox="1">
            <a:spLocks noGrp="1"/>
          </p:cNvSpPr>
          <p:nvPr>
            <p:ph type="title" hasCustomPrompt="1"/>
          </p:nvPr>
        </p:nvSpPr>
        <p:spPr>
          <a:xfrm>
            <a:off x="1200575" y="2266166"/>
            <a:ext cx="2739300" cy="6675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1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31" name="Google Shape;231;p22"/>
          <p:cNvSpPr txBox="1">
            <a:spLocks noGrp="1"/>
          </p:cNvSpPr>
          <p:nvPr>
            <p:ph type="subTitle" idx="1"/>
          </p:nvPr>
        </p:nvSpPr>
        <p:spPr>
          <a:xfrm>
            <a:off x="1200575" y="2948884"/>
            <a:ext cx="2739300" cy="36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200"/>
              <a:buFont typeface="PT Sans"/>
              <a:buNone/>
              <a:defRPr sz="16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232" name="Google Shape;232;p22"/>
          <p:cNvSpPr txBox="1">
            <a:spLocks noGrp="1"/>
          </p:cNvSpPr>
          <p:nvPr>
            <p:ph type="title" idx="2" hasCustomPrompt="1"/>
          </p:nvPr>
        </p:nvSpPr>
        <p:spPr>
          <a:xfrm>
            <a:off x="1200575" y="977950"/>
            <a:ext cx="2739300" cy="6663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1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33" name="Google Shape;233;p22"/>
          <p:cNvSpPr txBox="1">
            <a:spLocks noGrp="1"/>
          </p:cNvSpPr>
          <p:nvPr>
            <p:ph type="subTitle" idx="3"/>
          </p:nvPr>
        </p:nvSpPr>
        <p:spPr>
          <a:xfrm>
            <a:off x="1200575" y="1669422"/>
            <a:ext cx="2739300" cy="36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200"/>
              <a:buFont typeface="PT Sans"/>
              <a:buNone/>
              <a:defRPr sz="16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234" name="Google Shape;234;p22"/>
          <p:cNvSpPr txBox="1">
            <a:spLocks noGrp="1"/>
          </p:cNvSpPr>
          <p:nvPr>
            <p:ph type="title" idx="4" hasCustomPrompt="1"/>
          </p:nvPr>
        </p:nvSpPr>
        <p:spPr>
          <a:xfrm>
            <a:off x="1200575" y="3555582"/>
            <a:ext cx="2739300" cy="6675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1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35" name="Google Shape;235;p22"/>
          <p:cNvSpPr txBox="1">
            <a:spLocks noGrp="1"/>
          </p:cNvSpPr>
          <p:nvPr>
            <p:ph type="subTitle" idx="5"/>
          </p:nvPr>
        </p:nvSpPr>
        <p:spPr>
          <a:xfrm>
            <a:off x="1200575" y="4238300"/>
            <a:ext cx="2739300" cy="36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200"/>
              <a:buFont typeface="PT Sans"/>
              <a:buNone/>
              <a:defRPr sz="16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pic>
        <p:nvPicPr>
          <p:cNvPr id="236" name="Google Shape;236;p22"/>
          <p:cNvPicPr preferRelativeResize="0"/>
          <p:nvPr/>
        </p:nvPicPr>
        <p:blipFill>
          <a:blip r:embed="rId2">
            <a:alphaModFix/>
          </a:blip>
          <a:stretch>
            <a:fillRect/>
          </a:stretch>
        </p:blipFill>
        <p:spPr>
          <a:xfrm rot="10800000" flipH="1">
            <a:off x="0" y="0"/>
            <a:ext cx="4727801" cy="2256875"/>
          </a:xfrm>
          <a:prstGeom prst="rect">
            <a:avLst/>
          </a:prstGeom>
          <a:noFill/>
          <a:ln>
            <a:noFill/>
          </a:ln>
        </p:spPr>
      </p:pic>
      <p:sp>
        <p:nvSpPr>
          <p:cNvPr id="237" name="Google Shape;237;p2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38"/>
        <p:cNvGrpSpPr/>
        <p:nvPr/>
      </p:nvGrpSpPr>
      <p:grpSpPr>
        <a:xfrm>
          <a:off x="0" y="0"/>
          <a:ext cx="0" cy="0"/>
          <a:chOff x="0" y="0"/>
          <a:chExt cx="0" cy="0"/>
        </a:xfrm>
      </p:grpSpPr>
      <p:sp>
        <p:nvSpPr>
          <p:cNvPr id="239" name="Google Shape;239;p23"/>
          <p:cNvSpPr txBox="1">
            <a:spLocks noGrp="1"/>
          </p:cNvSpPr>
          <p:nvPr>
            <p:ph type="title"/>
          </p:nvPr>
        </p:nvSpPr>
        <p:spPr>
          <a:xfrm>
            <a:off x="713225" y="747263"/>
            <a:ext cx="3281700" cy="953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40" name="Google Shape;240;p23"/>
          <p:cNvSpPr txBox="1">
            <a:spLocks noGrp="1"/>
          </p:cNvSpPr>
          <p:nvPr>
            <p:ph type="subTitle" idx="1"/>
          </p:nvPr>
        </p:nvSpPr>
        <p:spPr>
          <a:xfrm>
            <a:off x="713225" y="1584449"/>
            <a:ext cx="3281700" cy="89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pic>
        <p:nvPicPr>
          <p:cNvPr id="241" name="Google Shape;241;p23"/>
          <p:cNvPicPr preferRelativeResize="0"/>
          <p:nvPr/>
        </p:nvPicPr>
        <p:blipFill>
          <a:blip r:embed="rId2">
            <a:alphaModFix/>
          </a:blip>
          <a:stretch>
            <a:fillRect/>
          </a:stretch>
        </p:blipFill>
        <p:spPr>
          <a:xfrm rot="10800000" flipH="1">
            <a:off x="0" y="0"/>
            <a:ext cx="4727801" cy="2256875"/>
          </a:xfrm>
          <a:prstGeom prst="rect">
            <a:avLst/>
          </a:prstGeom>
          <a:noFill/>
          <a:ln>
            <a:noFill/>
          </a:ln>
        </p:spPr>
      </p:pic>
      <p:sp>
        <p:nvSpPr>
          <p:cNvPr id="242" name="Google Shape;242;p23"/>
          <p:cNvSpPr txBox="1"/>
          <p:nvPr/>
        </p:nvSpPr>
        <p:spPr>
          <a:xfrm>
            <a:off x="713225" y="3410538"/>
            <a:ext cx="3278700" cy="7254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000" b="1">
                <a:solidFill>
                  <a:schemeClr val="dk1"/>
                </a:solidFill>
                <a:latin typeface="Cairo"/>
                <a:ea typeface="Cairo"/>
                <a:cs typeface="Cairo"/>
                <a:sym typeface="Cairo"/>
              </a:rPr>
              <a:t>CREDITS:</a:t>
            </a:r>
            <a:r>
              <a:rPr lang="en" sz="1000">
                <a:solidFill>
                  <a:schemeClr val="dk1"/>
                </a:solidFill>
                <a:latin typeface="Cairo"/>
                <a:ea typeface="Cairo"/>
                <a:cs typeface="Cairo"/>
                <a:sym typeface="Cairo"/>
              </a:rPr>
              <a:t> This presentation template was created by </a:t>
            </a:r>
            <a:r>
              <a:rPr lang="en" sz="1000" b="1" u="sng">
                <a:solidFill>
                  <a:schemeClr val="dk1"/>
                </a:solidFill>
                <a:latin typeface="Cairo"/>
                <a:ea typeface="Cairo"/>
                <a:cs typeface="Cairo"/>
                <a:sym typeface="Cairo"/>
                <a:hlinkClick r:id="rId3">
                  <a:extLst>
                    <a:ext uri="{A12FA001-AC4F-418D-AE19-62706E023703}">
                      <ahyp:hlinkClr xmlns:ahyp="http://schemas.microsoft.com/office/drawing/2018/hyperlinkcolor" val="tx"/>
                    </a:ext>
                  </a:extLst>
                </a:hlinkClick>
              </a:rPr>
              <a:t>Slidesgo</a:t>
            </a:r>
            <a:r>
              <a:rPr lang="en" sz="1000">
                <a:solidFill>
                  <a:schemeClr val="dk1"/>
                </a:solidFill>
                <a:latin typeface="Cairo"/>
                <a:ea typeface="Cairo"/>
                <a:cs typeface="Cairo"/>
                <a:sym typeface="Cairo"/>
              </a:rPr>
              <a:t>, and includes icons by </a:t>
            </a:r>
            <a:r>
              <a:rPr lang="en" sz="1000" b="1" u="sng">
                <a:solidFill>
                  <a:schemeClr val="dk1"/>
                </a:solidFill>
                <a:latin typeface="Cairo"/>
                <a:ea typeface="Cairo"/>
                <a:cs typeface="Cairo"/>
                <a:sym typeface="Cairo"/>
                <a:hlinkClick r:id="rId4">
                  <a:extLst>
                    <a:ext uri="{A12FA001-AC4F-418D-AE19-62706E023703}">
                      <ahyp:hlinkClr xmlns:ahyp="http://schemas.microsoft.com/office/drawing/2018/hyperlinkcolor" val="tx"/>
                    </a:ext>
                  </a:extLst>
                </a:hlinkClick>
              </a:rPr>
              <a:t>Flaticon</a:t>
            </a:r>
            <a:r>
              <a:rPr lang="en" sz="1000">
                <a:solidFill>
                  <a:schemeClr val="dk1"/>
                </a:solidFill>
                <a:latin typeface="Cairo"/>
                <a:ea typeface="Cairo"/>
                <a:cs typeface="Cairo"/>
                <a:sym typeface="Cairo"/>
              </a:rPr>
              <a:t>, and infographics &amp; images by </a:t>
            </a:r>
            <a:r>
              <a:rPr lang="en" sz="1000" b="1" u="sng">
                <a:solidFill>
                  <a:schemeClr val="dk1"/>
                </a:solidFill>
                <a:latin typeface="Cairo"/>
                <a:ea typeface="Cairo"/>
                <a:cs typeface="Cairo"/>
                <a:sym typeface="Cairo"/>
                <a:hlinkClick r:id="rId5">
                  <a:extLst>
                    <a:ext uri="{A12FA001-AC4F-418D-AE19-62706E023703}">
                      <ahyp:hlinkClr xmlns:ahyp="http://schemas.microsoft.com/office/drawing/2018/hyperlinkcolor" val="tx"/>
                    </a:ext>
                  </a:extLst>
                </a:hlinkClick>
              </a:rPr>
              <a:t>Freepik</a:t>
            </a:r>
            <a:r>
              <a:rPr lang="en" sz="1000" b="1" u="sng">
                <a:solidFill>
                  <a:schemeClr val="dk1"/>
                </a:solidFill>
                <a:latin typeface="Cairo"/>
                <a:ea typeface="Cairo"/>
                <a:cs typeface="Cairo"/>
                <a:sym typeface="Cairo"/>
              </a:rPr>
              <a:t> </a:t>
            </a:r>
            <a:endParaRPr sz="1000" b="1" u="sng">
              <a:solidFill>
                <a:schemeClr val="dk1"/>
              </a:solidFill>
              <a:latin typeface="Cairo"/>
              <a:ea typeface="Cairo"/>
              <a:cs typeface="Cairo"/>
              <a:sym typeface="Cairo"/>
            </a:endParaRPr>
          </a:p>
        </p:txBody>
      </p:sp>
      <p:sp>
        <p:nvSpPr>
          <p:cNvPr id="243" name="Google Shape;243;p2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44"/>
        <p:cNvGrpSpPr/>
        <p:nvPr/>
      </p:nvGrpSpPr>
      <p:grpSpPr>
        <a:xfrm>
          <a:off x="0" y="0"/>
          <a:ext cx="0" cy="0"/>
          <a:chOff x="0" y="0"/>
          <a:chExt cx="0" cy="0"/>
        </a:xfrm>
      </p:grpSpPr>
      <p:grpSp>
        <p:nvGrpSpPr>
          <p:cNvPr id="245" name="Google Shape;245;p24"/>
          <p:cNvGrpSpPr/>
          <p:nvPr/>
        </p:nvGrpSpPr>
        <p:grpSpPr>
          <a:xfrm>
            <a:off x="0" y="0"/>
            <a:ext cx="9144001" cy="5143500"/>
            <a:chOff x="0" y="0"/>
            <a:chExt cx="9144001" cy="5143500"/>
          </a:xfrm>
        </p:grpSpPr>
        <p:pic>
          <p:nvPicPr>
            <p:cNvPr id="246" name="Google Shape;246;p24"/>
            <p:cNvPicPr preferRelativeResize="0"/>
            <p:nvPr/>
          </p:nvPicPr>
          <p:blipFill>
            <a:blip r:embed="rId2">
              <a:alphaModFix/>
            </a:blip>
            <a:stretch>
              <a:fillRect/>
            </a:stretch>
          </p:blipFill>
          <p:spPr>
            <a:xfrm rot="10800000" flipH="1">
              <a:off x="0" y="0"/>
              <a:ext cx="4727801" cy="2256875"/>
            </a:xfrm>
            <a:prstGeom prst="rect">
              <a:avLst/>
            </a:prstGeom>
            <a:noFill/>
            <a:ln>
              <a:noFill/>
            </a:ln>
          </p:spPr>
        </p:pic>
        <p:pic>
          <p:nvPicPr>
            <p:cNvPr id="247" name="Google Shape;247;p24"/>
            <p:cNvPicPr preferRelativeResize="0"/>
            <p:nvPr/>
          </p:nvPicPr>
          <p:blipFill>
            <a:blip r:embed="rId3">
              <a:alphaModFix/>
            </a:blip>
            <a:stretch>
              <a:fillRect/>
            </a:stretch>
          </p:blipFill>
          <p:spPr>
            <a:xfrm rot="10800000" flipH="1">
              <a:off x="5738810" y="0"/>
              <a:ext cx="3405191" cy="5143500"/>
            </a:xfrm>
            <a:prstGeom prst="rect">
              <a:avLst/>
            </a:prstGeom>
            <a:noFill/>
            <a:ln>
              <a:noFill/>
            </a:ln>
          </p:spPr>
        </p:pic>
      </p:grpSp>
      <p:grpSp>
        <p:nvGrpSpPr>
          <p:cNvPr id="248" name="Google Shape;248;p24"/>
          <p:cNvGrpSpPr/>
          <p:nvPr/>
        </p:nvGrpSpPr>
        <p:grpSpPr>
          <a:xfrm rot="756538">
            <a:off x="-1069833" y="-1842572"/>
            <a:ext cx="4574157" cy="3479412"/>
            <a:chOff x="1522650" y="1117750"/>
            <a:chExt cx="4574075" cy="3479350"/>
          </a:xfrm>
        </p:grpSpPr>
        <p:sp>
          <p:nvSpPr>
            <p:cNvPr id="249" name="Google Shape;249;p24"/>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4"/>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1" name="Google Shape;251;p2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52"/>
        <p:cNvGrpSpPr/>
        <p:nvPr/>
      </p:nvGrpSpPr>
      <p:grpSpPr>
        <a:xfrm>
          <a:off x="0" y="0"/>
          <a:ext cx="0" cy="0"/>
          <a:chOff x="0" y="0"/>
          <a:chExt cx="0" cy="0"/>
        </a:xfrm>
      </p:grpSpPr>
      <p:grpSp>
        <p:nvGrpSpPr>
          <p:cNvPr id="253" name="Google Shape;253;p25"/>
          <p:cNvGrpSpPr/>
          <p:nvPr/>
        </p:nvGrpSpPr>
        <p:grpSpPr>
          <a:xfrm>
            <a:off x="0" y="0"/>
            <a:ext cx="9144001" cy="5143500"/>
            <a:chOff x="0" y="0"/>
            <a:chExt cx="9144001" cy="5143500"/>
          </a:xfrm>
        </p:grpSpPr>
        <p:pic>
          <p:nvPicPr>
            <p:cNvPr id="254" name="Google Shape;254;p25"/>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255" name="Google Shape;255;p25"/>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grpSp>
        <p:nvGrpSpPr>
          <p:cNvPr id="256" name="Google Shape;256;p25"/>
          <p:cNvGrpSpPr/>
          <p:nvPr/>
        </p:nvGrpSpPr>
        <p:grpSpPr>
          <a:xfrm>
            <a:off x="-1845124" y="-2180828"/>
            <a:ext cx="12652562" cy="9877041"/>
            <a:chOff x="-1845124" y="-2180828"/>
            <a:chExt cx="12652562" cy="9877041"/>
          </a:xfrm>
        </p:grpSpPr>
        <p:grpSp>
          <p:nvGrpSpPr>
            <p:cNvPr id="257" name="Google Shape;257;p25"/>
            <p:cNvGrpSpPr/>
            <p:nvPr/>
          </p:nvGrpSpPr>
          <p:grpSpPr>
            <a:xfrm>
              <a:off x="-1845124" y="-2180828"/>
              <a:ext cx="4574075" cy="3479350"/>
              <a:chOff x="1522650" y="1117750"/>
              <a:chExt cx="4574075" cy="3479350"/>
            </a:xfrm>
          </p:grpSpPr>
          <p:sp>
            <p:nvSpPr>
              <p:cNvPr id="258" name="Google Shape;258;p25"/>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5"/>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 name="Google Shape;260;p25"/>
            <p:cNvGrpSpPr/>
            <p:nvPr/>
          </p:nvGrpSpPr>
          <p:grpSpPr>
            <a:xfrm rot="-10539848" flipH="1">
              <a:off x="6108563" y="4049075"/>
              <a:ext cx="4573901" cy="3479217"/>
              <a:chOff x="1522650" y="1117750"/>
              <a:chExt cx="4574075" cy="3479350"/>
            </a:xfrm>
          </p:grpSpPr>
          <p:sp>
            <p:nvSpPr>
              <p:cNvPr id="261" name="Google Shape;261;p25"/>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5"/>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3" name="Google Shape;263;p2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pace Grotesk"/>
              <a:buNone/>
              <a:defRPr sz="3000">
                <a:solidFill>
                  <a:schemeClr val="dk1"/>
                </a:solidFill>
                <a:latin typeface="Space Grotesk"/>
                <a:ea typeface="Space Grotesk"/>
                <a:cs typeface="Space Grotesk"/>
                <a:sym typeface="Space Grotesk"/>
              </a:defRPr>
            </a:lvl1pPr>
            <a:lvl2pPr lvl="1"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2pPr>
            <a:lvl3pPr lvl="2"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3pPr>
            <a:lvl4pPr lvl="3"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4pPr>
            <a:lvl5pPr lvl="4"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5pPr>
            <a:lvl6pPr lvl="5"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6pPr>
            <a:lvl7pPr lvl="6"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7pPr>
            <a:lvl8pPr lvl="7"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8pPr>
            <a:lvl9pPr lvl="8"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1pPr>
            <a:lvl2pPr marL="914400" lvl="1"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2pPr>
            <a:lvl3pPr marL="1371600" lvl="2"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3pPr>
            <a:lvl4pPr marL="1828800" lvl="3"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4pPr>
            <a:lvl5pPr marL="2286000" lvl="4"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5pPr>
            <a:lvl6pPr marL="2743200" lvl="5"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6pPr>
            <a:lvl7pPr marL="3200400" lvl="6"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7pPr>
            <a:lvl8pPr marL="3657600" lvl="7"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8pPr>
            <a:lvl9pPr marL="4114800" lvl="8"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9pPr>
          </a:lstStyle>
          <a:p>
            <a:endParaRPr/>
          </a:p>
        </p:txBody>
      </p:sp>
      <p:sp>
        <p:nvSpPr>
          <p:cNvPr id="8" name="Google Shape;8;p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dk1"/>
                </a:solidFill>
                <a:latin typeface="Cairo"/>
                <a:ea typeface="Cairo"/>
                <a:cs typeface="Cairo"/>
                <a:sym typeface="Cairo"/>
              </a:defRPr>
            </a:lvl1pPr>
            <a:lvl2pPr lvl="1" algn="r">
              <a:buNone/>
              <a:defRPr sz="1300">
                <a:solidFill>
                  <a:schemeClr val="dk1"/>
                </a:solidFill>
                <a:latin typeface="Cairo"/>
                <a:ea typeface="Cairo"/>
                <a:cs typeface="Cairo"/>
                <a:sym typeface="Cairo"/>
              </a:defRPr>
            </a:lvl2pPr>
            <a:lvl3pPr lvl="2" algn="r">
              <a:buNone/>
              <a:defRPr sz="1300">
                <a:solidFill>
                  <a:schemeClr val="dk1"/>
                </a:solidFill>
                <a:latin typeface="Cairo"/>
                <a:ea typeface="Cairo"/>
                <a:cs typeface="Cairo"/>
                <a:sym typeface="Cairo"/>
              </a:defRPr>
            </a:lvl3pPr>
            <a:lvl4pPr lvl="3" algn="r">
              <a:buNone/>
              <a:defRPr sz="1300">
                <a:solidFill>
                  <a:schemeClr val="dk1"/>
                </a:solidFill>
                <a:latin typeface="Cairo"/>
                <a:ea typeface="Cairo"/>
                <a:cs typeface="Cairo"/>
                <a:sym typeface="Cairo"/>
              </a:defRPr>
            </a:lvl4pPr>
            <a:lvl5pPr lvl="4" algn="r">
              <a:buNone/>
              <a:defRPr sz="1300">
                <a:solidFill>
                  <a:schemeClr val="dk1"/>
                </a:solidFill>
                <a:latin typeface="Cairo"/>
                <a:ea typeface="Cairo"/>
                <a:cs typeface="Cairo"/>
                <a:sym typeface="Cairo"/>
              </a:defRPr>
            </a:lvl5pPr>
            <a:lvl6pPr lvl="5" algn="r">
              <a:buNone/>
              <a:defRPr sz="1300">
                <a:solidFill>
                  <a:schemeClr val="dk1"/>
                </a:solidFill>
                <a:latin typeface="Cairo"/>
                <a:ea typeface="Cairo"/>
                <a:cs typeface="Cairo"/>
                <a:sym typeface="Cairo"/>
              </a:defRPr>
            </a:lvl6pPr>
            <a:lvl7pPr lvl="6" algn="r">
              <a:buNone/>
              <a:defRPr sz="1300">
                <a:solidFill>
                  <a:schemeClr val="dk1"/>
                </a:solidFill>
                <a:latin typeface="Cairo"/>
                <a:ea typeface="Cairo"/>
                <a:cs typeface="Cairo"/>
                <a:sym typeface="Cairo"/>
              </a:defRPr>
            </a:lvl7pPr>
            <a:lvl8pPr lvl="7" algn="r">
              <a:buNone/>
              <a:defRPr sz="1300">
                <a:solidFill>
                  <a:schemeClr val="dk1"/>
                </a:solidFill>
                <a:latin typeface="Cairo"/>
                <a:ea typeface="Cairo"/>
                <a:cs typeface="Cairo"/>
                <a:sym typeface="Cairo"/>
              </a:defRPr>
            </a:lvl8pPr>
            <a:lvl9pPr lvl="8" algn="r">
              <a:buNone/>
              <a:defRPr sz="1300">
                <a:solidFill>
                  <a:schemeClr val="dk1"/>
                </a:solidFill>
                <a:latin typeface="Cairo"/>
                <a:ea typeface="Cairo"/>
                <a:cs typeface="Cairo"/>
                <a:sym typeface="Cairo"/>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grpSp>
        <p:nvGrpSpPr>
          <p:cNvPr id="268" name="Google Shape;268;p26"/>
          <p:cNvGrpSpPr/>
          <p:nvPr/>
        </p:nvGrpSpPr>
        <p:grpSpPr>
          <a:xfrm rot="756538">
            <a:off x="-943408" y="-1494947"/>
            <a:ext cx="4574157" cy="3479412"/>
            <a:chOff x="1522650" y="1117750"/>
            <a:chExt cx="4574075" cy="3479350"/>
          </a:xfrm>
        </p:grpSpPr>
        <p:sp>
          <p:nvSpPr>
            <p:cNvPr id="269" name="Google Shape;269;p26"/>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6"/>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1" name="Google Shape;271;p26"/>
          <p:cNvSpPr txBox="1">
            <a:spLocks noGrp="1"/>
          </p:cNvSpPr>
          <p:nvPr>
            <p:ph type="ctrTitle"/>
          </p:nvPr>
        </p:nvSpPr>
        <p:spPr>
          <a:xfrm>
            <a:off x="705950" y="727500"/>
            <a:ext cx="7386000" cy="953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5000">
                <a:solidFill>
                  <a:schemeClr val="dk1"/>
                </a:solidFill>
                <a:latin typeface="Libre Baskerville"/>
                <a:ea typeface="Libre Baskerville"/>
                <a:cs typeface="Libre Baskerville"/>
                <a:sym typeface="Libre Baskerville"/>
              </a:rPr>
              <a:t>DeathNode</a:t>
            </a:r>
            <a:endParaRPr sz="5000">
              <a:solidFill>
                <a:schemeClr val="dk1"/>
              </a:solidFill>
              <a:latin typeface="Libre Baskerville"/>
              <a:ea typeface="Libre Baskerville"/>
              <a:cs typeface="Libre Baskerville"/>
              <a:sym typeface="Libre Baskerville"/>
            </a:endParaRPr>
          </a:p>
        </p:txBody>
      </p:sp>
      <p:sp>
        <p:nvSpPr>
          <p:cNvPr id="272" name="Google Shape;272;p26"/>
          <p:cNvSpPr txBox="1">
            <a:spLocks noGrp="1"/>
          </p:cNvSpPr>
          <p:nvPr>
            <p:ph type="subTitle" idx="1"/>
          </p:nvPr>
        </p:nvSpPr>
        <p:spPr>
          <a:xfrm>
            <a:off x="798600" y="1592225"/>
            <a:ext cx="4883400" cy="479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000">
                <a:latin typeface="Libre Baskerville"/>
                <a:ea typeface="Libre Baskerville"/>
                <a:cs typeface="Libre Baskerville"/>
                <a:sym typeface="Libre Baskerville"/>
              </a:rPr>
              <a:t>An anonymous reporting platform.</a:t>
            </a:r>
            <a:endParaRPr sz="2000">
              <a:latin typeface="Libre Baskerville"/>
              <a:ea typeface="Libre Baskerville"/>
              <a:cs typeface="Libre Baskerville"/>
              <a:sym typeface="Libre Baskerville"/>
            </a:endParaRPr>
          </a:p>
        </p:txBody>
      </p:sp>
      <p:sp>
        <p:nvSpPr>
          <p:cNvPr id="273" name="Google Shape;273;p26"/>
          <p:cNvSpPr txBox="1"/>
          <p:nvPr/>
        </p:nvSpPr>
        <p:spPr>
          <a:xfrm>
            <a:off x="798600" y="2071315"/>
            <a:ext cx="41904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49495A"/>
                </a:solidFill>
                <a:latin typeface="Libre Baskerville"/>
                <a:ea typeface="Libre Baskerville"/>
                <a:cs typeface="Libre Baskerville"/>
                <a:sym typeface="Libre Baskerville"/>
              </a:rPr>
              <a:t>Network and Computer Security</a:t>
            </a:r>
            <a:endParaRPr b="1">
              <a:solidFill>
                <a:srgbClr val="49495A"/>
              </a:solidFill>
              <a:latin typeface="Libre Baskerville"/>
              <a:ea typeface="Libre Baskerville"/>
              <a:cs typeface="Libre Baskerville"/>
              <a:sym typeface="Libre Baskerville"/>
            </a:endParaRPr>
          </a:p>
          <a:p>
            <a:pPr marL="0" lvl="0" indent="0" algn="l" rtl="0">
              <a:spcBef>
                <a:spcPts val="0"/>
              </a:spcBef>
              <a:spcAft>
                <a:spcPts val="0"/>
              </a:spcAft>
              <a:buNone/>
            </a:pPr>
            <a:r>
              <a:rPr lang="en" sz="1300">
                <a:solidFill>
                  <a:srgbClr val="49495A"/>
                </a:solidFill>
                <a:latin typeface="Libre Baskerville"/>
                <a:ea typeface="Libre Baskerville"/>
                <a:cs typeface="Libre Baskerville"/>
                <a:sym typeface="Libre Baskerville"/>
              </a:rPr>
              <a:t>Computer Science and Engineering</a:t>
            </a:r>
            <a:endParaRPr sz="1300">
              <a:solidFill>
                <a:srgbClr val="49495A"/>
              </a:solidFill>
              <a:latin typeface="Libre Baskerville"/>
              <a:ea typeface="Libre Baskerville"/>
              <a:cs typeface="Libre Baskerville"/>
              <a:sym typeface="Libre Baskerville"/>
            </a:endParaRPr>
          </a:p>
          <a:p>
            <a:pPr marL="0" lvl="0" indent="0" algn="l" rtl="0">
              <a:spcBef>
                <a:spcPts val="0"/>
              </a:spcBef>
              <a:spcAft>
                <a:spcPts val="0"/>
              </a:spcAft>
              <a:buNone/>
            </a:pPr>
            <a:r>
              <a:rPr lang="en" sz="1300">
                <a:solidFill>
                  <a:srgbClr val="49495A"/>
                </a:solidFill>
                <a:latin typeface="Libre Baskerville"/>
                <a:ea typeface="Libre Baskerville"/>
                <a:cs typeface="Libre Baskerville"/>
                <a:sym typeface="Libre Baskerville"/>
              </a:rPr>
              <a:t>08/01/2026 </a:t>
            </a:r>
            <a:endParaRPr sz="1300">
              <a:solidFill>
                <a:srgbClr val="49495A"/>
              </a:solidFill>
              <a:latin typeface="Libre Baskerville"/>
              <a:ea typeface="Libre Baskerville"/>
              <a:cs typeface="Libre Baskerville"/>
              <a:sym typeface="Libre Baskerville"/>
            </a:endParaRPr>
          </a:p>
        </p:txBody>
      </p:sp>
      <p:sp>
        <p:nvSpPr>
          <p:cNvPr id="274" name="Google Shape;274;p26"/>
          <p:cNvSpPr txBox="1"/>
          <p:nvPr/>
        </p:nvSpPr>
        <p:spPr>
          <a:xfrm>
            <a:off x="798600" y="3769775"/>
            <a:ext cx="5578328" cy="148345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b="1" dirty="0">
                <a:solidFill>
                  <a:srgbClr val="49495A"/>
                </a:solidFill>
                <a:latin typeface="Libre Baskerville"/>
                <a:ea typeface="Libre Baskerville"/>
                <a:cs typeface="Libre Baskerville"/>
                <a:sym typeface="Libre Baskerville"/>
              </a:rPr>
              <a:t>Group:</a:t>
            </a:r>
            <a:r>
              <a:rPr lang="en" dirty="0">
                <a:solidFill>
                  <a:srgbClr val="49495A"/>
                </a:solidFill>
                <a:latin typeface="Libre Baskerville"/>
                <a:ea typeface="Libre Baskerville"/>
                <a:cs typeface="Libre Baskerville"/>
                <a:sym typeface="Libre Baskerville"/>
              </a:rPr>
              <a:t> 53</a:t>
            </a:r>
            <a:br>
              <a:rPr lang="en" dirty="0">
                <a:latin typeface="Libre Baskerville"/>
                <a:ea typeface="Libre Baskerville"/>
                <a:cs typeface="Libre Baskerville"/>
              </a:rPr>
            </a:br>
            <a:r>
              <a:rPr lang="en" dirty="0">
                <a:solidFill>
                  <a:srgbClr val="49495A"/>
                </a:solidFill>
                <a:latin typeface="Libre Baskerville"/>
                <a:ea typeface="Libre Baskerville"/>
                <a:cs typeface="Libre Baskerville"/>
                <a:sym typeface="Libre Baskerville"/>
              </a:rPr>
              <a:t>Guilherme Pais 		</a:t>
            </a:r>
            <a:r>
              <a:rPr lang="en" b="1" dirty="0">
                <a:solidFill>
                  <a:srgbClr val="49495A"/>
                </a:solidFill>
                <a:latin typeface="Libre Baskerville"/>
                <a:ea typeface="Libre Baskerville"/>
                <a:cs typeface="Libre Baskerville"/>
                <a:sym typeface="Libre Baskerville"/>
              </a:rPr>
              <a:t>Nº</a:t>
            </a:r>
            <a:r>
              <a:rPr lang="en" dirty="0">
                <a:solidFill>
                  <a:srgbClr val="49495A"/>
                </a:solidFill>
                <a:latin typeface="Libre Baskerville"/>
                <a:ea typeface="Libre Baskerville"/>
                <a:cs typeface="Libre Baskerville"/>
                <a:sym typeface="Libre Baskerville"/>
              </a:rPr>
              <a:t> 116496</a:t>
            </a:r>
            <a:br>
              <a:rPr lang="en" dirty="0">
                <a:latin typeface="Libre Baskerville"/>
                <a:ea typeface="Libre Baskerville"/>
                <a:cs typeface="Libre Baskerville"/>
              </a:rPr>
            </a:br>
            <a:r>
              <a:rPr lang="en" dirty="0">
                <a:solidFill>
                  <a:srgbClr val="49495A"/>
                </a:solidFill>
                <a:latin typeface="Libre Baskerville"/>
                <a:ea typeface="Libre Baskerville"/>
                <a:cs typeface="Libre Baskerville"/>
                <a:sym typeface="Libre Baskerville"/>
              </a:rPr>
              <a:t>Pedro Duarte 		</a:t>
            </a:r>
            <a:r>
              <a:rPr lang="en" b="1" dirty="0">
                <a:solidFill>
                  <a:srgbClr val="49495A"/>
                </a:solidFill>
                <a:latin typeface="Libre Baskerville"/>
                <a:ea typeface="Libre Baskerville"/>
                <a:cs typeface="Libre Baskerville"/>
                <a:sym typeface="Libre Baskerville"/>
              </a:rPr>
              <a:t>Nº</a:t>
            </a:r>
            <a:r>
              <a:rPr lang="en" dirty="0">
                <a:solidFill>
                  <a:srgbClr val="49495A"/>
                </a:solidFill>
                <a:latin typeface="Libre Baskerville"/>
                <a:ea typeface="Libre Baskerville"/>
                <a:cs typeface="Libre Baskerville"/>
                <a:sym typeface="Libre Baskerville"/>
              </a:rPr>
              <a:t> 116390</a:t>
            </a:r>
            <a:br>
              <a:rPr lang="en" dirty="0">
                <a:latin typeface="Libre Baskerville"/>
                <a:ea typeface="Libre Baskerville"/>
                <a:cs typeface="Libre Baskerville"/>
              </a:rPr>
            </a:br>
            <a:r>
              <a:rPr lang="en" dirty="0">
                <a:solidFill>
                  <a:srgbClr val="49495A"/>
                </a:solidFill>
                <a:latin typeface="Libre Baskerville"/>
                <a:ea typeface="Libre Baskerville"/>
                <a:cs typeface="Libre Baskerville"/>
                <a:sym typeface="Libre Baskerville"/>
              </a:rPr>
              <a:t>Tomás Fernandes 		</a:t>
            </a:r>
            <a:r>
              <a:rPr lang="en" b="1" dirty="0">
                <a:solidFill>
                  <a:srgbClr val="49495A"/>
                </a:solidFill>
                <a:latin typeface="Libre Baskerville"/>
                <a:ea typeface="Libre Baskerville"/>
                <a:cs typeface="Libre Baskerville"/>
                <a:sym typeface="Libre Baskerville"/>
              </a:rPr>
              <a:t>Nº</a:t>
            </a:r>
            <a:r>
              <a:rPr lang="en" dirty="0">
                <a:solidFill>
                  <a:srgbClr val="49495A"/>
                </a:solidFill>
                <a:latin typeface="Libre Baskerville"/>
                <a:ea typeface="Libre Baskerville"/>
                <a:cs typeface="Libre Baskerville"/>
                <a:sym typeface="Libre Baskerville"/>
              </a:rPr>
              <a:t> 116122</a:t>
            </a:r>
            <a:endParaRPr dirty="0">
              <a:solidFill>
                <a:srgbClr val="49495A"/>
              </a:solidFill>
              <a:latin typeface="Libre Baskerville"/>
              <a:ea typeface="Libre Baskerville"/>
              <a:cs typeface="Libre Baskerville"/>
              <a:sym typeface="Libre Baskervill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Libre Baskerville"/>
                <a:ea typeface="Libre Baskerville"/>
                <a:cs typeface="Libre Baskerville"/>
                <a:sym typeface="Libre Baskerville"/>
              </a:rPr>
              <a:t>Table of Contents </a:t>
            </a:r>
            <a:endParaRPr>
              <a:latin typeface="Libre Baskerville"/>
              <a:ea typeface="Libre Baskerville"/>
              <a:cs typeface="Libre Baskerville"/>
              <a:sym typeface="Libre Baskerville"/>
            </a:endParaRPr>
          </a:p>
        </p:txBody>
      </p:sp>
      <p:sp>
        <p:nvSpPr>
          <p:cNvPr id="280" name="Google Shape;280;p27"/>
          <p:cNvSpPr txBox="1">
            <a:spLocks noGrp="1"/>
          </p:cNvSpPr>
          <p:nvPr>
            <p:ph type="title" idx="2"/>
          </p:nvPr>
        </p:nvSpPr>
        <p:spPr>
          <a:xfrm>
            <a:off x="1079811" y="1137968"/>
            <a:ext cx="734700" cy="44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241160"/>
                </a:solidFill>
                <a:latin typeface="Libre Baskerville"/>
                <a:ea typeface="Libre Baskerville"/>
                <a:cs typeface="Libre Baskerville"/>
                <a:sym typeface="Libre Baskerville"/>
              </a:rPr>
              <a:t>01</a:t>
            </a:r>
            <a:endParaRPr>
              <a:solidFill>
                <a:srgbClr val="241160"/>
              </a:solidFill>
              <a:latin typeface="Libre Baskerville"/>
              <a:ea typeface="Libre Baskerville"/>
              <a:cs typeface="Libre Baskerville"/>
              <a:sym typeface="Libre Baskerville"/>
            </a:endParaRPr>
          </a:p>
        </p:txBody>
      </p:sp>
      <p:sp>
        <p:nvSpPr>
          <p:cNvPr id="281" name="Google Shape;281;p27"/>
          <p:cNvSpPr txBox="1">
            <a:spLocks noGrp="1"/>
          </p:cNvSpPr>
          <p:nvPr>
            <p:ph type="subTitle" idx="1"/>
          </p:nvPr>
        </p:nvSpPr>
        <p:spPr>
          <a:xfrm>
            <a:off x="1814511" y="1137968"/>
            <a:ext cx="3183300" cy="44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241160"/>
                </a:solidFill>
                <a:latin typeface="Libre Baskerville Medium"/>
                <a:ea typeface="Libre Baskerville Medium"/>
                <a:cs typeface="Libre Baskerville Medium"/>
                <a:sym typeface="Libre Baskerville Medium"/>
              </a:rPr>
              <a:t>Project Scope</a:t>
            </a:r>
            <a:endParaRPr>
              <a:solidFill>
                <a:srgbClr val="241160"/>
              </a:solidFill>
              <a:latin typeface="Libre Baskerville Medium"/>
              <a:ea typeface="Libre Baskerville Medium"/>
              <a:cs typeface="Libre Baskerville Medium"/>
              <a:sym typeface="Libre Baskerville Medium"/>
            </a:endParaRPr>
          </a:p>
        </p:txBody>
      </p:sp>
      <p:sp>
        <p:nvSpPr>
          <p:cNvPr id="282" name="Google Shape;282;p2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2</a:t>
            </a:fld>
            <a:endParaRPr/>
          </a:p>
        </p:txBody>
      </p:sp>
      <p:sp>
        <p:nvSpPr>
          <p:cNvPr id="283" name="Google Shape;283;p27"/>
          <p:cNvSpPr txBox="1">
            <a:spLocks noGrp="1"/>
          </p:cNvSpPr>
          <p:nvPr>
            <p:ph type="title" idx="2"/>
          </p:nvPr>
        </p:nvSpPr>
        <p:spPr>
          <a:xfrm>
            <a:off x="1079811" y="1684343"/>
            <a:ext cx="734700" cy="44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241160"/>
                </a:solidFill>
                <a:latin typeface="Libre Baskerville"/>
                <a:ea typeface="Libre Baskerville"/>
                <a:cs typeface="Libre Baskerville"/>
                <a:sym typeface="Libre Baskerville"/>
              </a:rPr>
              <a:t>02</a:t>
            </a:r>
            <a:endParaRPr>
              <a:solidFill>
                <a:srgbClr val="241160"/>
              </a:solidFill>
              <a:latin typeface="Libre Baskerville"/>
              <a:ea typeface="Libre Baskerville"/>
              <a:cs typeface="Libre Baskerville"/>
              <a:sym typeface="Libre Baskerville"/>
            </a:endParaRPr>
          </a:p>
        </p:txBody>
      </p:sp>
      <p:sp>
        <p:nvSpPr>
          <p:cNvPr id="284" name="Google Shape;284;p27"/>
          <p:cNvSpPr txBox="1">
            <a:spLocks noGrp="1"/>
          </p:cNvSpPr>
          <p:nvPr>
            <p:ph type="subTitle" idx="1"/>
          </p:nvPr>
        </p:nvSpPr>
        <p:spPr>
          <a:xfrm>
            <a:off x="1814511" y="1684350"/>
            <a:ext cx="3907800" cy="44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241160"/>
                </a:solidFill>
                <a:latin typeface="Libre Baskerville Medium"/>
                <a:ea typeface="Libre Baskerville Medium"/>
                <a:cs typeface="Libre Baskerville Medium"/>
                <a:sym typeface="Libre Baskerville Medium"/>
              </a:rPr>
              <a:t>Secure Document Format</a:t>
            </a:r>
            <a:endParaRPr>
              <a:solidFill>
                <a:srgbClr val="241160"/>
              </a:solidFill>
              <a:latin typeface="Libre Baskerville Medium"/>
              <a:ea typeface="Libre Baskerville Medium"/>
              <a:cs typeface="Libre Baskerville Medium"/>
              <a:sym typeface="Libre Baskerville Medium"/>
            </a:endParaRPr>
          </a:p>
        </p:txBody>
      </p:sp>
      <p:sp>
        <p:nvSpPr>
          <p:cNvPr id="285" name="Google Shape;285;p27"/>
          <p:cNvSpPr txBox="1">
            <a:spLocks noGrp="1"/>
          </p:cNvSpPr>
          <p:nvPr>
            <p:ph type="title" idx="2"/>
          </p:nvPr>
        </p:nvSpPr>
        <p:spPr>
          <a:xfrm>
            <a:off x="1079811" y="2230718"/>
            <a:ext cx="734700" cy="44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241160"/>
                </a:solidFill>
                <a:latin typeface="Libre Baskerville"/>
                <a:ea typeface="Libre Baskerville"/>
                <a:cs typeface="Libre Baskerville"/>
                <a:sym typeface="Libre Baskerville"/>
              </a:rPr>
              <a:t>03</a:t>
            </a:r>
            <a:endParaRPr>
              <a:solidFill>
                <a:srgbClr val="241160"/>
              </a:solidFill>
              <a:latin typeface="Libre Baskerville"/>
              <a:ea typeface="Libre Baskerville"/>
              <a:cs typeface="Libre Baskerville"/>
              <a:sym typeface="Libre Baskerville"/>
            </a:endParaRPr>
          </a:p>
        </p:txBody>
      </p:sp>
      <p:sp>
        <p:nvSpPr>
          <p:cNvPr id="286" name="Google Shape;286;p27"/>
          <p:cNvSpPr txBox="1">
            <a:spLocks noGrp="1"/>
          </p:cNvSpPr>
          <p:nvPr>
            <p:ph type="subTitle" idx="1"/>
          </p:nvPr>
        </p:nvSpPr>
        <p:spPr>
          <a:xfrm>
            <a:off x="1814511" y="2230725"/>
            <a:ext cx="4185000" cy="44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241160"/>
                </a:solidFill>
                <a:latin typeface="Libre Baskerville Medium"/>
                <a:ea typeface="Libre Baskerville Medium"/>
                <a:cs typeface="Libre Baskerville Medium"/>
                <a:sym typeface="Libre Baskerville Medium"/>
              </a:rPr>
              <a:t>Security Protocol</a:t>
            </a:r>
            <a:endParaRPr>
              <a:solidFill>
                <a:srgbClr val="241160"/>
              </a:solidFill>
              <a:latin typeface="Libre Baskerville Medium"/>
              <a:ea typeface="Libre Baskerville Medium"/>
              <a:cs typeface="Libre Baskerville Medium"/>
              <a:sym typeface="Libre Baskerville Medium"/>
            </a:endParaRPr>
          </a:p>
        </p:txBody>
      </p:sp>
      <p:sp>
        <p:nvSpPr>
          <p:cNvPr id="287" name="Google Shape;287;p27"/>
          <p:cNvSpPr txBox="1">
            <a:spLocks noGrp="1"/>
          </p:cNvSpPr>
          <p:nvPr>
            <p:ph type="title" idx="2"/>
          </p:nvPr>
        </p:nvSpPr>
        <p:spPr>
          <a:xfrm>
            <a:off x="1079811" y="2777093"/>
            <a:ext cx="734700" cy="44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241160"/>
                </a:solidFill>
                <a:latin typeface="Libre Baskerville"/>
                <a:ea typeface="Libre Baskerville"/>
                <a:cs typeface="Libre Baskerville"/>
                <a:sym typeface="Libre Baskerville"/>
              </a:rPr>
              <a:t>04</a:t>
            </a:r>
            <a:endParaRPr>
              <a:solidFill>
                <a:srgbClr val="241160"/>
              </a:solidFill>
              <a:latin typeface="Libre Baskerville"/>
              <a:ea typeface="Libre Baskerville"/>
              <a:cs typeface="Libre Baskerville"/>
              <a:sym typeface="Libre Baskerville"/>
            </a:endParaRPr>
          </a:p>
        </p:txBody>
      </p:sp>
      <p:sp>
        <p:nvSpPr>
          <p:cNvPr id="288" name="Google Shape;288;p27"/>
          <p:cNvSpPr txBox="1">
            <a:spLocks noGrp="1"/>
          </p:cNvSpPr>
          <p:nvPr>
            <p:ph type="subTitle" idx="1"/>
          </p:nvPr>
        </p:nvSpPr>
        <p:spPr>
          <a:xfrm>
            <a:off x="1814511" y="2777100"/>
            <a:ext cx="5053200" cy="44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241160"/>
                </a:solidFill>
                <a:latin typeface="Libre Baskerville Medium"/>
                <a:ea typeface="Libre Baskerville Medium"/>
                <a:cs typeface="Libre Baskerville Medium"/>
                <a:sym typeface="Libre Baskerville Medium"/>
              </a:rPr>
              <a:t>Infrastructure, Secure Channels &amp; PKI</a:t>
            </a:r>
            <a:endParaRPr>
              <a:solidFill>
                <a:srgbClr val="241160"/>
              </a:solidFill>
              <a:latin typeface="Libre Baskerville Medium"/>
              <a:ea typeface="Libre Baskerville Medium"/>
              <a:cs typeface="Libre Baskerville Medium"/>
              <a:sym typeface="Libre Baskerville Medium"/>
            </a:endParaRPr>
          </a:p>
        </p:txBody>
      </p:sp>
      <p:sp>
        <p:nvSpPr>
          <p:cNvPr id="289" name="Google Shape;289;p27"/>
          <p:cNvSpPr txBox="1">
            <a:spLocks noGrp="1"/>
          </p:cNvSpPr>
          <p:nvPr>
            <p:ph type="title" idx="2"/>
          </p:nvPr>
        </p:nvSpPr>
        <p:spPr>
          <a:xfrm>
            <a:off x="1079811" y="3323468"/>
            <a:ext cx="734700" cy="44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241160"/>
                </a:solidFill>
                <a:latin typeface="Libre Baskerville"/>
                <a:ea typeface="Libre Baskerville"/>
                <a:cs typeface="Libre Baskerville"/>
                <a:sym typeface="Libre Baskerville"/>
              </a:rPr>
              <a:t>05</a:t>
            </a:r>
            <a:endParaRPr>
              <a:solidFill>
                <a:srgbClr val="241160"/>
              </a:solidFill>
              <a:latin typeface="Libre Baskerville"/>
              <a:ea typeface="Libre Baskerville"/>
              <a:cs typeface="Libre Baskerville"/>
              <a:sym typeface="Libre Baskerville"/>
            </a:endParaRPr>
          </a:p>
        </p:txBody>
      </p:sp>
      <p:sp>
        <p:nvSpPr>
          <p:cNvPr id="290" name="Google Shape;290;p27"/>
          <p:cNvSpPr txBox="1">
            <a:spLocks noGrp="1"/>
          </p:cNvSpPr>
          <p:nvPr>
            <p:ph type="subTitle" idx="1"/>
          </p:nvPr>
        </p:nvSpPr>
        <p:spPr>
          <a:xfrm>
            <a:off x="1814511" y="3323475"/>
            <a:ext cx="4586100" cy="44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241160"/>
                </a:solidFill>
                <a:latin typeface="Libre Baskerville Medium"/>
                <a:ea typeface="Libre Baskerville Medium"/>
                <a:cs typeface="Libre Baskerville Medium"/>
                <a:sym typeface="Libre Baskerville Medium"/>
              </a:rPr>
              <a:t>Security Challenge</a:t>
            </a:r>
            <a:endParaRPr>
              <a:solidFill>
                <a:srgbClr val="241160"/>
              </a:solidFill>
              <a:latin typeface="Libre Baskerville Medium"/>
              <a:ea typeface="Libre Baskerville Medium"/>
              <a:cs typeface="Libre Baskerville Medium"/>
              <a:sym typeface="Libre Baskerville Medium"/>
            </a:endParaRPr>
          </a:p>
        </p:txBody>
      </p:sp>
      <p:sp>
        <p:nvSpPr>
          <p:cNvPr id="291" name="Google Shape;291;p27"/>
          <p:cNvSpPr txBox="1">
            <a:spLocks noGrp="1"/>
          </p:cNvSpPr>
          <p:nvPr>
            <p:ph type="title" idx="2"/>
          </p:nvPr>
        </p:nvSpPr>
        <p:spPr>
          <a:xfrm>
            <a:off x="1079811" y="3869843"/>
            <a:ext cx="734700" cy="44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241160"/>
                </a:solidFill>
                <a:latin typeface="Libre Baskerville"/>
                <a:ea typeface="Libre Baskerville"/>
                <a:cs typeface="Libre Baskerville"/>
                <a:sym typeface="Libre Baskerville"/>
              </a:rPr>
              <a:t>06</a:t>
            </a:r>
            <a:endParaRPr>
              <a:solidFill>
                <a:srgbClr val="241160"/>
              </a:solidFill>
              <a:latin typeface="Libre Baskerville"/>
              <a:ea typeface="Libre Baskerville"/>
              <a:cs typeface="Libre Baskerville"/>
              <a:sym typeface="Libre Baskerville"/>
            </a:endParaRPr>
          </a:p>
        </p:txBody>
      </p:sp>
      <p:sp>
        <p:nvSpPr>
          <p:cNvPr id="292" name="Google Shape;292;p27"/>
          <p:cNvSpPr txBox="1">
            <a:spLocks noGrp="1"/>
          </p:cNvSpPr>
          <p:nvPr>
            <p:ph type="subTitle" idx="1"/>
          </p:nvPr>
        </p:nvSpPr>
        <p:spPr>
          <a:xfrm>
            <a:off x="1814511" y="4416218"/>
            <a:ext cx="3183300" cy="44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241160"/>
                </a:solidFill>
                <a:latin typeface="Libre Baskerville Medium"/>
                <a:ea typeface="Libre Baskerville Medium"/>
                <a:cs typeface="Libre Baskerville Medium"/>
                <a:sym typeface="Libre Baskerville Medium"/>
              </a:rPr>
              <a:t>Demo</a:t>
            </a:r>
            <a:endParaRPr>
              <a:solidFill>
                <a:srgbClr val="241160"/>
              </a:solidFill>
              <a:latin typeface="Libre Baskerville Medium"/>
              <a:ea typeface="Libre Baskerville Medium"/>
              <a:cs typeface="Libre Baskerville Medium"/>
              <a:sym typeface="Libre Baskerville Medium"/>
            </a:endParaRPr>
          </a:p>
        </p:txBody>
      </p:sp>
      <p:sp>
        <p:nvSpPr>
          <p:cNvPr id="293" name="Google Shape;293;p27"/>
          <p:cNvSpPr txBox="1">
            <a:spLocks noGrp="1"/>
          </p:cNvSpPr>
          <p:nvPr>
            <p:ph type="title" idx="2"/>
          </p:nvPr>
        </p:nvSpPr>
        <p:spPr>
          <a:xfrm>
            <a:off x="1079811" y="4416218"/>
            <a:ext cx="734700" cy="44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241160"/>
                </a:solidFill>
                <a:latin typeface="Libre Baskerville"/>
                <a:ea typeface="Libre Baskerville"/>
                <a:cs typeface="Libre Baskerville"/>
                <a:sym typeface="Libre Baskerville"/>
              </a:rPr>
              <a:t>07</a:t>
            </a:r>
            <a:endParaRPr>
              <a:solidFill>
                <a:srgbClr val="241160"/>
              </a:solidFill>
              <a:latin typeface="Libre Baskerville"/>
              <a:ea typeface="Libre Baskerville"/>
              <a:cs typeface="Libre Baskerville"/>
              <a:sym typeface="Libre Baskerville"/>
            </a:endParaRPr>
          </a:p>
        </p:txBody>
      </p:sp>
      <p:sp>
        <p:nvSpPr>
          <p:cNvPr id="294" name="Google Shape;294;p27"/>
          <p:cNvSpPr txBox="1">
            <a:spLocks noGrp="1"/>
          </p:cNvSpPr>
          <p:nvPr>
            <p:ph type="subTitle" idx="1"/>
          </p:nvPr>
        </p:nvSpPr>
        <p:spPr>
          <a:xfrm>
            <a:off x="1814511" y="3869843"/>
            <a:ext cx="3183300" cy="44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241160"/>
                </a:solidFill>
                <a:latin typeface="Libre Baskerville Medium"/>
                <a:ea typeface="Libre Baskerville Medium"/>
                <a:cs typeface="Libre Baskerville Medium"/>
                <a:sym typeface="Libre Baskerville Medium"/>
              </a:rPr>
              <a:t>Results &amp; Conclusions</a:t>
            </a:r>
            <a:endParaRPr>
              <a:solidFill>
                <a:srgbClr val="241160"/>
              </a:solidFill>
              <a:latin typeface="Libre Baskerville Medium"/>
              <a:ea typeface="Libre Baskerville Medium"/>
              <a:cs typeface="Libre Baskerville Medium"/>
              <a:sym typeface="Libre Baskerville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pic>
        <p:nvPicPr>
          <p:cNvPr id="299" name="Google Shape;299;p28"/>
          <p:cNvPicPr preferRelativeResize="0"/>
          <p:nvPr/>
        </p:nvPicPr>
        <p:blipFill>
          <a:blip r:embed="rId3">
            <a:alphaModFix/>
          </a:blip>
          <a:stretch>
            <a:fillRect/>
          </a:stretch>
        </p:blipFill>
        <p:spPr>
          <a:xfrm flipH="1">
            <a:off x="10" y="0"/>
            <a:ext cx="3405191" cy="5143500"/>
          </a:xfrm>
          <a:prstGeom prst="rect">
            <a:avLst/>
          </a:prstGeom>
          <a:noFill/>
          <a:ln>
            <a:noFill/>
          </a:ln>
        </p:spPr>
      </p:pic>
      <p:sp>
        <p:nvSpPr>
          <p:cNvPr id="300" name="Google Shape;300;p28"/>
          <p:cNvSpPr txBox="1">
            <a:spLocks noGrp="1"/>
          </p:cNvSpPr>
          <p:nvPr>
            <p:ph type="title"/>
          </p:nvPr>
        </p:nvSpPr>
        <p:spPr>
          <a:xfrm>
            <a:off x="4047175" y="2388500"/>
            <a:ext cx="4998900" cy="162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a:latin typeface="Libre Baskerville"/>
                <a:ea typeface="Libre Baskerville"/>
                <a:cs typeface="Libre Baskerville"/>
                <a:sym typeface="Libre Baskerville"/>
              </a:rPr>
              <a:t>Project Scope</a:t>
            </a:r>
            <a:endParaRPr sz="4000">
              <a:latin typeface="Libre Baskerville"/>
              <a:ea typeface="Libre Baskerville"/>
              <a:cs typeface="Libre Baskerville"/>
              <a:sym typeface="Libre Baskerville"/>
            </a:endParaRPr>
          </a:p>
        </p:txBody>
      </p:sp>
      <p:sp>
        <p:nvSpPr>
          <p:cNvPr id="301" name="Google Shape;301;p28"/>
          <p:cNvSpPr txBox="1">
            <a:spLocks noGrp="1"/>
          </p:cNvSpPr>
          <p:nvPr>
            <p:ph type="title" idx="2"/>
          </p:nvPr>
        </p:nvSpPr>
        <p:spPr>
          <a:xfrm>
            <a:off x="4047175" y="1438750"/>
            <a:ext cx="1230300" cy="88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Libre Baskerville"/>
                <a:ea typeface="Libre Baskerville"/>
                <a:cs typeface="Libre Baskerville"/>
                <a:sym typeface="Libre Baskerville"/>
              </a:rPr>
              <a:t>01</a:t>
            </a:r>
            <a:endParaRPr>
              <a:latin typeface="Libre Baskerville"/>
              <a:ea typeface="Libre Baskerville"/>
              <a:cs typeface="Libre Baskerville"/>
              <a:sym typeface="Libre Baskerville"/>
            </a:endParaRPr>
          </a:p>
        </p:txBody>
      </p:sp>
      <p:grpSp>
        <p:nvGrpSpPr>
          <p:cNvPr id="302" name="Google Shape;302;p28"/>
          <p:cNvGrpSpPr/>
          <p:nvPr/>
        </p:nvGrpSpPr>
        <p:grpSpPr>
          <a:xfrm rot="756538">
            <a:off x="5159567" y="-1610422"/>
            <a:ext cx="4574157" cy="3479412"/>
            <a:chOff x="1522650" y="1117750"/>
            <a:chExt cx="4574075" cy="3479350"/>
          </a:xfrm>
        </p:grpSpPr>
        <p:sp>
          <p:nvSpPr>
            <p:cNvPr id="303" name="Google Shape;303;p28"/>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ibre Baskerville"/>
                <a:ea typeface="Libre Baskerville"/>
                <a:cs typeface="Libre Baskerville"/>
                <a:sym typeface="Libre Baskerville"/>
              </a:endParaRPr>
            </a:p>
          </p:txBody>
        </p:sp>
        <p:sp>
          <p:nvSpPr>
            <p:cNvPr id="304" name="Google Shape;304;p28"/>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ibre Baskerville"/>
                <a:ea typeface="Libre Baskerville"/>
                <a:cs typeface="Libre Baskerville"/>
                <a:sym typeface="Libre Baskerville"/>
              </a:endParaRPr>
            </a:p>
          </p:txBody>
        </p:sp>
      </p:grpSp>
      <p:sp>
        <p:nvSpPr>
          <p:cNvPr id="305" name="Google Shape;305;p2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29"/>
          <p:cNvSpPr txBox="1">
            <a:spLocks noGrp="1"/>
          </p:cNvSpPr>
          <p:nvPr>
            <p:ph type="title"/>
          </p:nvPr>
        </p:nvSpPr>
        <p:spPr>
          <a:xfrm>
            <a:off x="451325" y="339500"/>
            <a:ext cx="77040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Libre Baskerville"/>
                <a:ea typeface="Libre Baskerville"/>
                <a:cs typeface="Libre Baskerville"/>
                <a:sym typeface="Libre Baskerville"/>
              </a:rPr>
              <a:t>Project Scope</a:t>
            </a:r>
            <a:endParaRPr i="1"/>
          </a:p>
        </p:txBody>
      </p:sp>
      <p:sp>
        <p:nvSpPr>
          <p:cNvPr id="311" name="Google Shape;311;p29"/>
          <p:cNvSpPr/>
          <p:nvPr/>
        </p:nvSpPr>
        <p:spPr>
          <a:xfrm>
            <a:off x="5090275" y="1055500"/>
            <a:ext cx="3098700" cy="4003800"/>
          </a:xfrm>
          <a:prstGeom prst="roundRect">
            <a:avLst>
              <a:gd name="adj" fmla="val 5976"/>
            </a:avLst>
          </a:prstGeom>
          <a:solidFill>
            <a:srgbClr val="CFDFFA">
              <a:alpha val="34390"/>
            </a:srgbClr>
          </a:solidFill>
          <a:ln>
            <a:noFill/>
          </a:ln>
        </p:spPr>
        <p:txBody>
          <a:bodyPr spcFirstLastPara="1" wrap="square" lIns="47575" tIns="47575" rIns="47575" bIns="47575" anchor="t" anchorCtr="0">
            <a:noAutofit/>
          </a:bodyPr>
          <a:lstStyle/>
          <a:p>
            <a:pPr marL="0" lvl="0" indent="0" algn="ctr" rtl="0">
              <a:spcBef>
                <a:spcPts val="0"/>
              </a:spcBef>
              <a:spcAft>
                <a:spcPts val="0"/>
              </a:spcAft>
              <a:buNone/>
            </a:pPr>
            <a:r>
              <a:rPr lang="en" sz="2000" b="1">
                <a:latin typeface="Libre Baskerville"/>
                <a:ea typeface="Libre Baskerville"/>
                <a:cs typeface="Libre Baskerville"/>
                <a:sym typeface="Libre Baskerville"/>
              </a:rPr>
              <a:t>Security Goals</a:t>
            </a:r>
            <a:endParaRPr sz="2000" b="1">
              <a:latin typeface="Libre Baskerville"/>
              <a:ea typeface="Libre Baskerville"/>
              <a:cs typeface="Libre Baskerville"/>
              <a:sym typeface="Libre Baskerville"/>
            </a:endParaRPr>
          </a:p>
          <a:p>
            <a:pPr marL="0" lvl="0" indent="0" algn="l" rtl="0">
              <a:spcBef>
                <a:spcPts val="1000"/>
              </a:spcBef>
              <a:spcAft>
                <a:spcPts val="0"/>
              </a:spcAft>
              <a:buNone/>
            </a:pPr>
            <a:r>
              <a:rPr lang="en" b="1">
                <a:latin typeface="Libre Baskerville"/>
                <a:ea typeface="Libre Baskerville"/>
                <a:cs typeface="Libre Baskerville"/>
                <a:sym typeface="Libre Baskerville"/>
              </a:rPr>
              <a:t>SR1 Confidentiality</a:t>
            </a:r>
            <a:endParaRPr b="1">
              <a:latin typeface="Libre Baskerville"/>
              <a:ea typeface="Libre Baskerville"/>
              <a:cs typeface="Libre Baskerville"/>
              <a:sym typeface="Libre Baskerville"/>
            </a:endParaRPr>
          </a:p>
          <a:p>
            <a:pPr marL="0" lvl="0" indent="0" algn="l" rtl="0">
              <a:spcBef>
                <a:spcPts val="1000"/>
              </a:spcBef>
              <a:spcAft>
                <a:spcPts val="0"/>
              </a:spcAft>
              <a:buNone/>
            </a:pPr>
            <a:r>
              <a:rPr lang="en" sz="1200">
                <a:solidFill>
                  <a:srgbClr val="49495A"/>
                </a:solidFill>
                <a:latin typeface="Libre Baskerville"/>
                <a:ea typeface="Libre Baskerville"/>
                <a:cs typeface="Libre Baskerville"/>
                <a:sym typeface="Libre Baskerville"/>
              </a:rPr>
              <a:t>End-to-end encryption.</a:t>
            </a:r>
            <a:endParaRPr sz="1200">
              <a:solidFill>
                <a:srgbClr val="49495A"/>
              </a:solidFill>
              <a:latin typeface="Libre Baskerville"/>
              <a:ea typeface="Libre Baskerville"/>
              <a:cs typeface="Libre Baskerville"/>
              <a:sym typeface="Libre Baskerville"/>
            </a:endParaRPr>
          </a:p>
          <a:p>
            <a:pPr marL="0" lvl="0" indent="0" algn="l" rtl="0">
              <a:spcBef>
                <a:spcPts val="0"/>
              </a:spcBef>
              <a:spcAft>
                <a:spcPts val="0"/>
              </a:spcAft>
              <a:buNone/>
            </a:pPr>
            <a:endParaRPr>
              <a:latin typeface="Libre Baskerville"/>
              <a:ea typeface="Libre Baskerville"/>
              <a:cs typeface="Libre Baskerville"/>
              <a:sym typeface="Libre Baskerville"/>
            </a:endParaRPr>
          </a:p>
          <a:p>
            <a:pPr marL="0" lvl="0" indent="0" algn="l" rtl="0">
              <a:spcBef>
                <a:spcPts val="0"/>
              </a:spcBef>
              <a:spcAft>
                <a:spcPts val="0"/>
              </a:spcAft>
              <a:buNone/>
            </a:pPr>
            <a:r>
              <a:rPr lang="en" b="1">
                <a:latin typeface="Libre Baskerville"/>
                <a:ea typeface="Libre Baskerville"/>
                <a:cs typeface="Libre Baskerville"/>
                <a:sym typeface="Libre Baskerville"/>
              </a:rPr>
              <a:t>SR2 &amp; SR3 Integrity</a:t>
            </a:r>
            <a:endParaRPr b="1">
              <a:latin typeface="Libre Baskerville"/>
              <a:ea typeface="Libre Baskerville"/>
              <a:cs typeface="Libre Baskerville"/>
              <a:sym typeface="Libre Baskerville"/>
            </a:endParaRPr>
          </a:p>
          <a:p>
            <a:pPr marL="0" lvl="0" indent="0" algn="l" rtl="0">
              <a:spcBef>
                <a:spcPts val="1000"/>
              </a:spcBef>
              <a:spcAft>
                <a:spcPts val="0"/>
              </a:spcAft>
              <a:buNone/>
            </a:pPr>
            <a:r>
              <a:rPr lang="en" sz="1200">
                <a:solidFill>
                  <a:srgbClr val="49495A"/>
                </a:solidFill>
                <a:latin typeface="Libre Baskerville"/>
                <a:ea typeface="Libre Baskerville"/>
                <a:cs typeface="Libre Baskerville"/>
                <a:sym typeface="Libre Baskerville"/>
              </a:rPr>
              <a:t>Individual (tamper-evident).</a:t>
            </a:r>
            <a:endParaRPr sz="1200">
              <a:solidFill>
                <a:srgbClr val="49495A"/>
              </a:solidFill>
              <a:latin typeface="Libre Baskerville"/>
              <a:ea typeface="Libre Baskerville"/>
              <a:cs typeface="Libre Baskerville"/>
              <a:sym typeface="Libre Baskerville"/>
            </a:endParaRPr>
          </a:p>
          <a:p>
            <a:pPr marL="0" lvl="0" indent="0" algn="l" rtl="0">
              <a:spcBef>
                <a:spcPts val="1000"/>
              </a:spcBef>
              <a:spcAft>
                <a:spcPts val="0"/>
              </a:spcAft>
              <a:buNone/>
            </a:pPr>
            <a:r>
              <a:rPr lang="en" sz="1200">
                <a:solidFill>
                  <a:srgbClr val="49495A"/>
                </a:solidFill>
                <a:latin typeface="Libre Baskerville"/>
                <a:ea typeface="Libre Baskerville"/>
                <a:cs typeface="Libre Baskerville"/>
                <a:sym typeface="Libre Baskerville"/>
              </a:rPr>
              <a:t>Batch (no missing/out of order/duplicated reports).</a:t>
            </a:r>
            <a:endParaRPr sz="1200">
              <a:solidFill>
                <a:srgbClr val="49495A"/>
              </a:solidFill>
              <a:latin typeface="Libre Baskerville"/>
              <a:ea typeface="Libre Baskerville"/>
              <a:cs typeface="Libre Baskerville"/>
              <a:sym typeface="Libre Baskerville"/>
            </a:endParaRPr>
          </a:p>
          <a:p>
            <a:pPr marL="0" lvl="0" indent="0" algn="l" rtl="0">
              <a:spcBef>
                <a:spcPts val="0"/>
              </a:spcBef>
              <a:spcAft>
                <a:spcPts val="0"/>
              </a:spcAft>
              <a:buNone/>
            </a:pPr>
            <a:endParaRPr>
              <a:latin typeface="Libre Baskerville"/>
              <a:ea typeface="Libre Baskerville"/>
              <a:cs typeface="Libre Baskerville"/>
              <a:sym typeface="Libre Baskerville"/>
            </a:endParaRPr>
          </a:p>
          <a:p>
            <a:pPr marL="0" lvl="0" indent="0" algn="l" rtl="0">
              <a:spcBef>
                <a:spcPts val="0"/>
              </a:spcBef>
              <a:spcAft>
                <a:spcPts val="0"/>
              </a:spcAft>
              <a:buNone/>
            </a:pPr>
            <a:r>
              <a:rPr lang="en" b="1">
                <a:latin typeface="Libre Baskerville"/>
                <a:ea typeface="Libre Baskerville"/>
                <a:cs typeface="Libre Baskerville"/>
                <a:sym typeface="Libre Baskerville"/>
              </a:rPr>
              <a:t>SR4 Consistency</a:t>
            </a:r>
            <a:endParaRPr b="1">
              <a:latin typeface="Libre Baskerville"/>
              <a:ea typeface="Libre Baskerville"/>
              <a:cs typeface="Libre Baskerville"/>
              <a:sym typeface="Libre Baskerville"/>
            </a:endParaRPr>
          </a:p>
          <a:p>
            <a:pPr marL="0" lvl="0" indent="0" algn="l" rtl="0">
              <a:spcBef>
                <a:spcPts val="1000"/>
              </a:spcBef>
              <a:spcAft>
                <a:spcPts val="0"/>
              </a:spcAft>
              <a:buNone/>
            </a:pPr>
            <a:r>
              <a:rPr lang="en" sz="1200">
                <a:solidFill>
                  <a:srgbClr val="49495A"/>
                </a:solidFill>
                <a:latin typeface="Libre Baskerville"/>
                <a:ea typeface="Libre Baskerville"/>
                <a:cs typeface="Libre Baskerville"/>
                <a:sym typeface="Libre Baskerville"/>
              </a:rPr>
              <a:t>Global history verification Prevent conflicting views.</a:t>
            </a:r>
            <a:endParaRPr sz="1200">
              <a:solidFill>
                <a:srgbClr val="49495A"/>
              </a:solidFill>
              <a:latin typeface="Libre Baskerville"/>
              <a:ea typeface="Libre Baskerville"/>
              <a:cs typeface="Libre Baskerville"/>
              <a:sym typeface="Libre Baskerville"/>
            </a:endParaRPr>
          </a:p>
          <a:p>
            <a:pPr marL="0" lvl="0" indent="0" algn="l" rtl="0">
              <a:spcBef>
                <a:spcPts val="0"/>
              </a:spcBef>
              <a:spcAft>
                <a:spcPts val="0"/>
              </a:spcAft>
              <a:buNone/>
            </a:pPr>
            <a:endParaRPr sz="1200">
              <a:latin typeface="Libre Baskerville"/>
              <a:ea typeface="Libre Baskerville"/>
              <a:cs typeface="Libre Baskerville"/>
              <a:sym typeface="Libre Baskerville"/>
            </a:endParaRPr>
          </a:p>
          <a:p>
            <a:pPr marL="0" lvl="0" indent="0" algn="l" rtl="0">
              <a:spcBef>
                <a:spcPts val="0"/>
              </a:spcBef>
              <a:spcAft>
                <a:spcPts val="0"/>
              </a:spcAft>
              <a:buNone/>
            </a:pPr>
            <a:r>
              <a:rPr lang="en" b="1">
                <a:latin typeface="Libre Baskerville"/>
                <a:ea typeface="Libre Baskerville"/>
                <a:cs typeface="Libre Baskerville"/>
                <a:sym typeface="Libre Baskerville"/>
              </a:rPr>
              <a:t>Availability (Challenge B)</a:t>
            </a:r>
            <a:endParaRPr b="1">
              <a:latin typeface="Libre Baskerville"/>
              <a:ea typeface="Libre Baskerville"/>
              <a:cs typeface="Libre Baskerville"/>
              <a:sym typeface="Libre Baskerville"/>
            </a:endParaRPr>
          </a:p>
          <a:p>
            <a:pPr marL="0" lvl="0" indent="0" algn="l" rtl="0">
              <a:spcBef>
                <a:spcPts val="1000"/>
              </a:spcBef>
              <a:spcAft>
                <a:spcPts val="0"/>
              </a:spcAft>
              <a:buNone/>
            </a:pPr>
            <a:r>
              <a:rPr lang="en" sz="1200">
                <a:solidFill>
                  <a:srgbClr val="49495A"/>
                </a:solidFill>
                <a:latin typeface="Libre Baskerville"/>
                <a:ea typeface="Libre Baskerville"/>
                <a:cs typeface="Libre Baskerville"/>
                <a:sym typeface="Libre Baskerville"/>
              </a:rPr>
              <a:t>Resist flooding attacks.</a:t>
            </a:r>
            <a:endParaRPr sz="1200">
              <a:solidFill>
                <a:srgbClr val="49495A"/>
              </a:solidFill>
              <a:latin typeface="Libre Baskerville"/>
              <a:ea typeface="Libre Baskerville"/>
              <a:cs typeface="Libre Baskerville"/>
              <a:sym typeface="Libre Baskerville"/>
            </a:endParaRPr>
          </a:p>
        </p:txBody>
      </p:sp>
      <p:sp>
        <p:nvSpPr>
          <p:cNvPr id="312" name="Google Shape;312;p29"/>
          <p:cNvSpPr/>
          <p:nvPr/>
        </p:nvSpPr>
        <p:spPr>
          <a:xfrm>
            <a:off x="955025" y="1090150"/>
            <a:ext cx="3098700" cy="3934500"/>
          </a:xfrm>
          <a:prstGeom prst="roundRect">
            <a:avLst>
              <a:gd name="adj" fmla="val 5976"/>
            </a:avLst>
          </a:prstGeom>
          <a:solidFill>
            <a:srgbClr val="CFDFFA">
              <a:alpha val="34390"/>
            </a:srgbClr>
          </a:solidFill>
          <a:ln>
            <a:noFill/>
          </a:ln>
        </p:spPr>
        <p:txBody>
          <a:bodyPr spcFirstLastPara="1" wrap="square" lIns="47575" tIns="47575" rIns="47575" bIns="47575" anchor="t" anchorCtr="0">
            <a:noAutofit/>
          </a:bodyPr>
          <a:lstStyle/>
          <a:p>
            <a:pPr marL="0" lvl="0" indent="0" algn="ctr" rtl="0">
              <a:spcBef>
                <a:spcPts val="0"/>
              </a:spcBef>
              <a:spcAft>
                <a:spcPts val="0"/>
              </a:spcAft>
              <a:buNone/>
            </a:pPr>
            <a:r>
              <a:rPr lang="en" sz="2000" b="1">
                <a:latin typeface="Libre Baskerville"/>
                <a:ea typeface="Libre Baskerville"/>
                <a:cs typeface="Libre Baskerville"/>
                <a:sym typeface="Libre Baskerville"/>
              </a:rPr>
              <a:t>Main Assumptions</a:t>
            </a:r>
            <a:endParaRPr sz="2000" b="1">
              <a:latin typeface="Libre Baskerville"/>
              <a:ea typeface="Libre Baskerville"/>
              <a:cs typeface="Libre Baskerville"/>
              <a:sym typeface="Libre Baskerville"/>
            </a:endParaRPr>
          </a:p>
          <a:p>
            <a:pPr marL="0" lvl="0" indent="0" algn="l" rtl="0">
              <a:lnSpc>
                <a:spcPct val="115000"/>
              </a:lnSpc>
              <a:spcBef>
                <a:spcPts val="1200"/>
              </a:spcBef>
              <a:spcAft>
                <a:spcPts val="0"/>
              </a:spcAft>
              <a:buNone/>
            </a:pPr>
            <a:r>
              <a:rPr lang="en" sz="1100">
                <a:solidFill>
                  <a:srgbClr val="49495A"/>
                </a:solidFill>
                <a:latin typeface="Libre Baskerville"/>
                <a:ea typeface="Libre Baskerville"/>
                <a:cs typeface="Libre Baskerville"/>
                <a:sym typeface="Libre Baskerville"/>
              </a:rPr>
              <a:t>Static, fixed membership.</a:t>
            </a:r>
            <a:endParaRPr sz="1100">
              <a:solidFill>
                <a:srgbClr val="49495A"/>
              </a:solidFill>
              <a:latin typeface="Libre Baskerville"/>
              <a:ea typeface="Libre Baskerville"/>
              <a:cs typeface="Libre Baskerville"/>
              <a:sym typeface="Libre Baskerville"/>
            </a:endParaRPr>
          </a:p>
          <a:p>
            <a:pPr marL="0" lvl="0" indent="0" algn="l" rtl="0">
              <a:lnSpc>
                <a:spcPct val="115000"/>
              </a:lnSpc>
              <a:spcBef>
                <a:spcPts val="1200"/>
              </a:spcBef>
              <a:spcAft>
                <a:spcPts val="0"/>
              </a:spcAft>
              <a:buNone/>
            </a:pPr>
            <a:r>
              <a:rPr lang="en" sz="1100">
                <a:solidFill>
                  <a:srgbClr val="49495A"/>
                </a:solidFill>
                <a:latin typeface="Libre Baskerville"/>
                <a:ea typeface="Libre Baskerville"/>
                <a:cs typeface="Libre Baskerville"/>
                <a:sym typeface="Libre Baskerville"/>
              </a:rPr>
              <a:t>Preconfigured cryptographic trust.</a:t>
            </a:r>
            <a:endParaRPr sz="1100">
              <a:solidFill>
                <a:srgbClr val="49495A"/>
              </a:solidFill>
              <a:latin typeface="Libre Baskerville"/>
              <a:ea typeface="Libre Baskerville"/>
              <a:cs typeface="Libre Baskerville"/>
              <a:sym typeface="Libre Baskerville"/>
            </a:endParaRPr>
          </a:p>
          <a:p>
            <a:pPr marL="0" lvl="0" indent="0" algn="l" rtl="0">
              <a:lnSpc>
                <a:spcPct val="115000"/>
              </a:lnSpc>
              <a:spcBef>
                <a:spcPts val="1200"/>
              </a:spcBef>
              <a:spcAft>
                <a:spcPts val="0"/>
              </a:spcAft>
              <a:buNone/>
            </a:pPr>
            <a:r>
              <a:rPr lang="en" sz="1100">
                <a:solidFill>
                  <a:srgbClr val="49495A"/>
                </a:solidFill>
                <a:latin typeface="Libre Baskerville"/>
                <a:ea typeface="Libre Baskerville"/>
                <a:cs typeface="Libre Baskerville"/>
                <a:sym typeface="Libre Baskerville"/>
              </a:rPr>
              <a:t>Immutable report history.</a:t>
            </a:r>
            <a:endParaRPr sz="1100">
              <a:solidFill>
                <a:srgbClr val="49495A"/>
              </a:solidFill>
              <a:latin typeface="Libre Baskerville"/>
              <a:ea typeface="Libre Baskerville"/>
              <a:cs typeface="Libre Baskerville"/>
              <a:sym typeface="Libre Baskerville"/>
            </a:endParaRPr>
          </a:p>
          <a:p>
            <a:pPr marL="0" lvl="0" indent="0" algn="l" rtl="0">
              <a:lnSpc>
                <a:spcPct val="115000"/>
              </a:lnSpc>
              <a:spcBef>
                <a:spcPts val="1200"/>
              </a:spcBef>
              <a:spcAft>
                <a:spcPts val="0"/>
              </a:spcAft>
              <a:buNone/>
            </a:pPr>
            <a:r>
              <a:rPr lang="en" sz="1100">
                <a:solidFill>
                  <a:srgbClr val="49495A"/>
                </a:solidFill>
                <a:latin typeface="Libre Baskerville"/>
                <a:ea typeface="Libre Baskerville"/>
                <a:cs typeface="Libre Baskerville"/>
                <a:sym typeface="Libre Baskerville"/>
              </a:rPr>
              <a:t>No failures.</a:t>
            </a:r>
            <a:endParaRPr sz="1100">
              <a:solidFill>
                <a:srgbClr val="49495A"/>
              </a:solidFill>
              <a:latin typeface="Libre Baskerville"/>
              <a:ea typeface="Libre Baskerville"/>
              <a:cs typeface="Libre Baskerville"/>
              <a:sym typeface="Libre Baskerville"/>
            </a:endParaRPr>
          </a:p>
          <a:p>
            <a:pPr marL="0" lvl="0" indent="0" algn="l" rtl="0">
              <a:lnSpc>
                <a:spcPct val="115000"/>
              </a:lnSpc>
              <a:spcBef>
                <a:spcPts val="1200"/>
              </a:spcBef>
              <a:spcAft>
                <a:spcPts val="0"/>
              </a:spcAft>
              <a:buNone/>
            </a:pPr>
            <a:r>
              <a:rPr lang="en" sz="1100">
                <a:solidFill>
                  <a:srgbClr val="49495A"/>
                </a:solidFill>
                <a:latin typeface="Libre Baskerville"/>
                <a:ea typeface="Libre Baskerville"/>
                <a:cs typeface="Libre Baskerville"/>
                <a:sym typeface="Libre Baskerville"/>
              </a:rPr>
              <a:t>Fixed vigilant monitor server.</a:t>
            </a:r>
            <a:endParaRPr sz="1100" b="1">
              <a:solidFill>
                <a:srgbClr val="49495A"/>
              </a:solidFill>
              <a:latin typeface="Libre Baskerville"/>
              <a:ea typeface="Libre Baskerville"/>
              <a:cs typeface="Libre Baskerville"/>
              <a:sym typeface="Libre Baskerville"/>
            </a:endParaRPr>
          </a:p>
          <a:p>
            <a:pPr marL="0" lvl="0" indent="0" algn="l" rtl="0">
              <a:lnSpc>
                <a:spcPct val="115000"/>
              </a:lnSpc>
              <a:spcBef>
                <a:spcPts val="1200"/>
              </a:spcBef>
              <a:spcAft>
                <a:spcPts val="0"/>
              </a:spcAft>
              <a:buNone/>
            </a:pPr>
            <a:r>
              <a:rPr lang="en" sz="1100">
                <a:solidFill>
                  <a:srgbClr val="49495A"/>
                </a:solidFill>
                <a:latin typeface="Libre Baskerville"/>
                <a:ea typeface="Libre Baskerville"/>
                <a:cs typeface="Libre Baskerville"/>
                <a:sym typeface="Libre Baskerville"/>
              </a:rPr>
              <a:t>CA </a:t>
            </a:r>
            <a:r>
              <a:rPr lang="en" sz="1100" b="1">
                <a:solidFill>
                  <a:srgbClr val="49495A"/>
                </a:solidFill>
                <a:latin typeface="Libre Baskerville"/>
                <a:ea typeface="Libre Baskerville"/>
                <a:cs typeface="Libre Baskerville"/>
                <a:sym typeface="Libre Baskerville"/>
              </a:rPr>
              <a:t>fully trusted.</a:t>
            </a:r>
            <a:endParaRPr sz="1100" b="1">
              <a:solidFill>
                <a:srgbClr val="49495A"/>
              </a:solidFill>
              <a:latin typeface="Libre Baskerville"/>
              <a:ea typeface="Libre Baskerville"/>
              <a:cs typeface="Libre Baskerville"/>
              <a:sym typeface="Libre Baskerville"/>
            </a:endParaRPr>
          </a:p>
          <a:p>
            <a:pPr marL="0" lvl="0" indent="0" algn="l" rtl="0">
              <a:lnSpc>
                <a:spcPct val="115000"/>
              </a:lnSpc>
              <a:spcBef>
                <a:spcPts val="1200"/>
              </a:spcBef>
              <a:spcAft>
                <a:spcPts val="0"/>
              </a:spcAft>
              <a:buNone/>
            </a:pPr>
            <a:r>
              <a:rPr lang="en" sz="1100">
                <a:solidFill>
                  <a:srgbClr val="49495A"/>
                </a:solidFill>
                <a:latin typeface="Libre Baskerville"/>
                <a:ea typeface="Libre Baskerville"/>
                <a:cs typeface="Libre Baskerville"/>
                <a:sym typeface="Libre Baskerville"/>
              </a:rPr>
              <a:t>Client &amp; monitor server </a:t>
            </a:r>
            <a:r>
              <a:rPr lang="en" sz="1100" b="1">
                <a:solidFill>
                  <a:srgbClr val="49495A"/>
                </a:solidFill>
                <a:latin typeface="Libre Baskerville"/>
                <a:ea typeface="Libre Baskerville"/>
                <a:cs typeface="Libre Baskerville"/>
                <a:sym typeface="Libre Baskerville"/>
              </a:rPr>
              <a:t>partially trusted.</a:t>
            </a:r>
            <a:endParaRPr sz="1100" b="1">
              <a:solidFill>
                <a:srgbClr val="49495A"/>
              </a:solidFill>
              <a:latin typeface="Libre Baskerville"/>
              <a:ea typeface="Libre Baskerville"/>
              <a:cs typeface="Libre Baskerville"/>
              <a:sym typeface="Libre Baskerville"/>
            </a:endParaRPr>
          </a:p>
          <a:p>
            <a:pPr marL="0" lvl="0" indent="0" algn="l" rtl="0">
              <a:lnSpc>
                <a:spcPct val="115000"/>
              </a:lnSpc>
              <a:spcBef>
                <a:spcPts val="1200"/>
              </a:spcBef>
              <a:spcAft>
                <a:spcPts val="0"/>
              </a:spcAft>
              <a:buNone/>
            </a:pPr>
            <a:r>
              <a:rPr lang="en" sz="1100">
                <a:solidFill>
                  <a:srgbClr val="49495A"/>
                </a:solidFill>
                <a:latin typeface="Libre Baskerville"/>
                <a:ea typeface="Libre Baskerville"/>
                <a:cs typeface="Libre Baskerville"/>
                <a:sym typeface="Libre Baskerville"/>
              </a:rPr>
              <a:t>Network, central server &amp; database server </a:t>
            </a:r>
            <a:r>
              <a:rPr lang="en" sz="1100" b="1">
                <a:solidFill>
                  <a:srgbClr val="49495A"/>
                </a:solidFill>
                <a:latin typeface="Libre Baskerville"/>
                <a:ea typeface="Libre Baskerville"/>
                <a:cs typeface="Libre Baskerville"/>
                <a:sym typeface="Libre Baskerville"/>
              </a:rPr>
              <a:t>untrusted.</a:t>
            </a:r>
            <a:endParaRPr sz="1100" b="1">
              <a:solidFill>
                <a:srgbClr val="49495A"/>
              </a:solidFill>
              <a:latin typeface="Libre Baskerville"/>
              <a:ea typeface="Libre Baskerville"/>
              <a:cs typeface="Libre Baskerville"/>
              <a:sym typeface="Libre Baskerville"/>
            </a:endParaRPr>
          </a:p>
          <a:p>
            <a:pPr marL="0" lvl="0" indent="0" algn="l" rtl="0">
              <a:lnSpc>
                <a:spcPct val="115000"/>
              </a:lnSpc>
              <a:spcBef>
                <a:spcPts val="1200"/>
              </a:spcBef>
              <a:spcAft>
                <a:spcPts val="1200"/>
              </a:spcAft>
              <a:buNone/>
            </a:pPr>
            <a:r>
              <a:rPr lang="en" sz="1100">
                <a:solidFill>
                  <a:srgbClr val="49495A"/>
                </a:solidFill>
                <a:latin typeface="Libre Baskerville"/>
                <a:ea typeface="Libre Baskerville"/>
                <a:cs typeface="Libre Baskerville"/>
                <a:sym typeface="Libre Baskerville"/>
              </a:rPr>
              <a:t>Application-level anonymity.</a:t>
            </a:r>
            <a:endParaRPr sz="1100">
              <a:solidFill>
                <a:srgbClr val="49495A"/>
              </a:solidFill>
              <a:latin typeface="Libre Baskerville"/>
              <a:ea typeface="Libre Baskerville"/>
              <a:cs typeface="Libre Baskerville"/>
              <a:sym typeface="Libre Baskerville"/>
            </a:endParaRPr>
          </a:p>
        </p:txBody>
      </p:sp>
      <p:sp>
        <p:nvSpPr>
          <p:cNvPr id="313" name="Google Shape;313;p2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pic>
        <p:nvPicPr>
          <p:cNvPr id="318" name="Google Shape;318;p30"/>
          <p:cNvPicPr preferRelativeResize="0"/>
          <p:nvPr/>
        </p:nvPicPr>
        <p:blipFill>
          <a:blip r:embed="rId3">
            <a:alphaModFix/>
          </a:blip>
          <a:stretch>
            <a:fillRect/>
          </a:stretch>
        </p:blipFill>
        <p:spPr>
          <a:xfrm flipH="1">
            <a:off x="10" y="0"/>
            <a:ext cx="3405191" cy="5143500"/>
          </a:xfrm>
          <a:prstGeom prst="rect">
            <a:avLst/>
          </a:prstGeom>
          <a:noFill/>
          <a:ln>
            <a:noFill/>
          </a:ln>
        </p:spPr>
      </p:pic>
      <p:sp>
        <p:nvSpPr>
          <p:cNvPr id="319" name="Google Shape;319;p30"/>
          <p:cNvSpPr txBox="1">
            <a:spLocks noGrp="1"/>
          </p:cNvSpPr>
          <p:nvPr>
            <p:ph type="title"/>
          </p:nvPr>
        </p:nvSpPr>
        <p:spPr>
          <a:xfrm>
            <a:off x="4047175" y="2388500"/>
            <a:ext cx="4943100" cy="242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a:latin typeface="Libre Baskerville"/>
                <a:ea typeface="Libre Baskerville"/>
                <a:cs typeface="Libre Baskerville"/>
                <a:sym typeface="Libre Baskerville"/>
              </a:rPr>
              <a:t>Secure Document Format</a:t>
            </a:r>
            <a:endParaRPr sz="4000">
              <a:latin typeface="Libre Baskerville"/>
              <a:ea typeface="Libre Baskerville"/>
              <a:cs typeface="Libre Baskerville"/>
              <a:sym typeface="Libre Baskerville"/>
            </a:endParaRPr>
          </a:p>
        </p:txBody>
      </p:sp>
      <p:sp>
        <p:nvSpPr>
          <p:cNvPr id="320" name="Google Shape;320;p30"/>
          <p:cNvSpPr txBox="1">
            <a:spLocks noGrp="1"/>
          </p:cNvSpPr>
          <p:nvPr>
            <p:ph type="title" idx="2"/>
          </p:nvPr>
        </p:nvSpPr>
        <p:spPr>
          <a:xfrm>
            <a:off x="4047175" y="1438750"/>
            <a:ext cx="1230300" cy="88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Libre Baskerville"/>
                <a:ea typeface="Libre Baskerville"/>
                <a:cs typeface="Libre Baskerville"/>
                <a:sym typeface="Libre Baskerville"/>
              </a:rPr>
              <a:t>02</a:t>
            </a:r>
            <a:endParaRPr>
              <a:latin typeface="Libre Baskerville"/>
              <a:ea typeface="Libre Baskerville"/>
              <a:cs typeface="Libre Baskerville"/>
              <a:sym typeface="Libre Baskerville"/>
            </a:endParaRPr>
          </a:p>
        </p:txBody>
      </p:sp>
      <p:grpSp>
        <p:nvGrpSpPr>
          <p:cNvPr id="321" name="Google Shape;321;p30"/>
          <p:cNvGrpSpPr/>
          <p:nvPr/>
        </p:nvGrpSpPr>
        <p:grpSpPr>
          <a:xfrm rot="756538">
            <a:off x="5159567" y="-1610422"/>
            <a:ext cx="4574157" cy="3479412"/>
            <a:chOff x="1522650" y="1117750"/>
            <a:chExt cx="4574075" cy="3479350"/>
          </a:xfrm>
        </p:grpSpPr>
        <p:sp>
          <p:nvSpPr>
            <p:cNvPr id="322" name="Google Shape;322;p30"/>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0"/>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4" name="Google Shape;324;p3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1"/>
          <p:cNvSpPr txBox="1"/>
          <p:nvPr/>
        </p:nvSpPr>
        <p:spPr>
          <a:xfrm>
            <a:off x="4227500" y="813600"/>
            <a:ext cx="4725900" cy="4329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200" b="1">
                <a:solidFill>
                  <a:srgbClr val="191919"/>
                </a:solidFill>
                <a:latin typeface="Libre Baskerville"/>
                <a:ea typeface="Libre Baskerville"/>
                <a:cs typeface="Libre Baskerville"/>
                <a:sym typeface="Libre Baskerville"/>
              </a:rPr>
              <a:t>Lightweight security library</a:t>
            </a:r>
            <a:r>
              <a:rPr lang="en" sz="900">
                <a:solidFill>
                  <a:srgbClr val="191919"/>
                </a:solidFill>
                <a:latin typeface="Libre Baskerville"/>
                <a:ea typeface="Libre Baskerville"/>
                <a:cs typeface="Libre Baskerville"/>
                <a:sym typeface="Libre Baskerville"/>
              </a:rPr>
              <a:t> </a:t>
            </a:r>
            <a:br>
              <a:rPr lang="en" sz="900">
                <a:solidFill>
                  <a:srgbClr val="191919"/>
                </a:solidFill>
                <a:latin typeface="Libre Baskerville"/>
                <a:ea typeface="Libre Baskerville"/>
                <a:cs typeface="Libre Baskerville"/>
                <a:sym typeface="Libre Baskerville"/>
              </a:rPr>
            </a:br>
            <a:r>
              <a:rPr lang="en" sz="1000">
                <a:solidFill>
                  <a:srgbClr val="191919"/>
                </a:solidFill>
                <a:latin typeface="Libre Baskerville"/>
                <a:ea typeface="Libre Baskerville"/>
                <a:cs typeface="Libre Baskerville"/>
                <a:sym typeface="Libre Baskerville"/>
              </a:rPr>
              <a:t>protect · check · unprotect</a:t>
            </a:r>
            <a:endParaRPr sz="1000" b="1">
              <a:solidFill>
                <a:srgbClr val="191919"/>
              </a:solidFill>
              <a:latin typeface="Libre Baskerville"/>
              <a:ea typeface="Libre Baskerville"/>
              <a:cs typeface="Libre Baskerville"/>
              <a:sym typeface="Libre Baskerville"/>
            </a:endParaRPr>
          </a:p>
          <a:p>
            <a:pPr marL="0" lvl="0" indent="0" algn="l" rtl="0">
              <a:lnSpc>
                <a:spcPct val="115000"/>
              </a:lnSpc>
              <a:spcBef>
                <a:spcPts val="1200"/>
              </a:spcBef>
              <a:spcAft>
                <a:spcPts val="0"/>
              </a:spcAft>
              <a:buNone/>
            </a:pPr>
            <a:r>
              <a:rPr lang="en" sz="1200" b="1">
                <a:solidFill>
                  <a:srgbClr val="191919"/>
                </a:solidFill>
                <a:latin typeface="Libre Baskerville"/>
                <a:ea typeface="Libre Baskerville"/>
                <a:cs typeface="Libre Baskerville"/>
                <a:sym typeface="Libre Baskerville"/>
              </a:rPr>
              <a:t>Confidentiality</a:t>
            </a:r>
            <a:br>
              <a:rPr lang="en" sz="900" b="1">
                <a:solidFill>
                  <a:srgbClr val="191919"/>
                </a:solidFill>
                <a:latin typeface="Libre Baskerville"/>
                <a:ea typeface="Libre Baskerville"/>
                <a:cs typeface="Libre Baskerville"/>
                <a:sym typeface="Libre Baskerville"/>
              </a:rPr>
            </a:br>
            <a:r>
              <a:rPr lang="en" sz="1000">
                <a:solidFill>
                  <a:srgbClr val="191919"/>
                </a:solidFill>
                <a:latin typeface="Libre Baskerville"/>
                <a:ea typeface="Libre Baskerville"/>
                <a:cs typeface="Libre Baskerville"/>
                <a:sym typeface="Libre Baskerville"/>
              </a:rPr>
              <a:t>Report encrypted with </a:t>
            </a:r>
            <a:r>
              <a:rPr lang="en" sz="1000" i="1">
                <a:solidFill>
                  <a:srgbClr val="191919"/>
                </a:solidFill>
                <a:latin typeface="Libre Baskerville"/>
                <a:ea typeface="Libre Baskerville"/>
                <a:cs typeface="Libre Baskerville"/>
                <a:sym typeface="Libre Baskerville"/>
              </a:rPr>
              <a:t>AES-256-GCM</a:t>
            </a:r>
            <a:r>
              <a:rPr lang="en" sz="1000">
                <a:solidFill>
                  <a:srgbClr val="191919"/>
                </a:solidFill>
                <a:latin typeface="Libre Baskerville"/>
                <a:ea typeface="Libre Baskerville"/>
                <a:cs typeface="Libre Baskerville"/>
                <a:sym typeface="Libre Baskerville"/>
              </a:rPr>
              <a:t> with metadata as </a:t>
            </a:r>
            <a:r>
              <a:rPr lang="en" sz="1000" i="1">
                <a:solidFill>
                  <a:srgbClr val="191919"/>
                </a:solidFill>
                <a:latin typeface="Libre Baskerville"/>
                <a:ea typeface="Libre Baskerville"/>
                <a:cs typeface="Libre Baskerville"/>
                <a:sym typeface="Libre Baskerville"/>
              </a:rPr>
              <a:t>AAD</a:t>
            </a:r>
            <a:r>
              <a:rPr lang="en" sz="1000">
                <a:solidFill>
                  <a:srgbClr val="191919"/>
                </a:solidFill>
                <a:latin typeface="Libre Baskerville"/>
                <a:ea typeface="Libre Baskerville"/>
                <a:cs typeface="Libre Baskerville"/>
                <a:sym typeface="Libre Baskerville"/>
              </a:rPr>
              <a:t>;</a:t>
            </a:r>
            <a:br>
              <a:rPr lang="en" sz="1000">
                <a:solidFill>
                  <a:srgbClr val="191919"/>
                </a:solidFill>
                <a:latin typeface="Libre Baskerville"/>
                <a:ea typeface="Libre Baskerville"/>
                <a:cs typeface="Libre Baskerville"/>
                <a:sym typeface="Libre Baskerville"/>
              </a:rPr>
            </a:br>
            <a:r>
              <a:rPr lang="en" sz="1000">
                <a:solidFill>
                  <a:srgbClr val="191919"/>
                </a:solidFill>
                <a:latin typeface="Libre Baskerville"/>
                <a:ea typeface="Libre Baskerville"/>
                <a:cs typeface="Libre Baskerville"/>
                <a:sym typeface="Libre Baskerville"/>
              </a:rPr>
              <a:t>DEK encrypted per recipient using </a:t>
            </a:r>
            <a:r>
              <a:rPr lang="en" sz="1000" i="1">
                <a:solidFill>
                  <a:srgbClr val="191919"/>
                </a:solidFill>
                <a:latin typeface="Libre Baskerville"/>
                <a:ea typeface="Libre Baskerville"/>
                <a:cs typeface="Libre Baskerville"/>
                <a:sym typeface="Libre Baskerville"/>
              </a:rPr>
              <a:t>RSA-OAEP-SHA256</a:t>
            </a:r>
            <a:r>
              <a:rPr lang="en" sz="1000">
                <a:solidFill>
                  <a:srgbClr val="191919"/>
                </a:solidFill>
                <a:latin typeface="Libre Baskerville"/>
                <a:ea typeface="Libre Baskerville"/>
                <a:cs typeface="Libre Baskerville"/>
                <a:sym typeface="Libre Baskerville"/>
              </a:rPr>
              <a:t>.</a:t>
            </a:r>
            <a:endParaRPr sz="1000">
              <a:solidFill>
                <a:srgbClr val="191919"/>
              </a:solidFill>
              <a:latin typeface="Libre Baskerville"/>
              <a:ea typeface="Libre Baskerville"/>
              <a:cs typeface="Libre Baskerville"/>
              <a:sym typeface="Libre Baskerville"/>
            </a:endParaRPr>
          </a:p>
          <a:p>
            <a:pPr marL="0" lvl="0" indent="0" algn="l" rtl="0">
              <a:lnSpc>
                <a:spcPct val="115000"/>
              </a:lnSpc>
              <a:spcBef>
                <a:spcPts val="1200"/>
              </a:spcBef>
              <a:spcAft>
                <a:spcPts val="0"/>
              </a:spcAft>
              <a:buNone/>
            </a:pPr>
            <a:r>
              <a:rPr lang="en" sz="1200" b="1">
                <a:solidFill>
                  <a:srgbClr val="191919"/>
                </a:solidFill>
                <a:latin typeface="Libre Baskerville"/>
                <a:ea typeface="Libre Baskerville"/>
                <a:cs typeface="Libre Baskerville"/>
                <a:sym typeface="Libre Baskerville"/>
              </a:rPr>
              <a:t>Integrity &amp; Authenticity</a:t>
            </a:r>
            <a:br>
              <a:rPr lang="en" sz="900" b="1">
                <a:solidFill>
                  <a:srgbClr val="191919"/>
                </a:solidFill>
                <a:latin typeface="Libre Baskerville"/>
                <a:ea typeface="Libre Baskerville"/>
                <a:cs typeface="Libre Baskerville"/>
                <a:sym typeface="Libre Baskerville"/>
              </a:rPr>
            </a:br>
            <a:r>
              <a:rPr lang="en" sz="1000" i="1">
                <a:solidFill>
                  <a:srgbClr val="191919"/>
                </a:solidFill>
                <a:latin typeface="Libre Baskerville"/>
                <a:ea typeface="Libre Baskerville"/>
                <a:cs typeface="Libre Baskerville"/>
                <a:sym typeface="Libre Baskerville"/>
              </a:rPr>
              <a:t>Ed25519</a:t>
            </a:r>
            <a:r>
              <a:rPr lang="en" sz="1000">
                <a:solidFill>
                  <a:srgbClr val="191919"/>
                </a:solidFill>
                <a:latin typeface="Libre Baskerville"/>
                <a:ea typeface="Libre Baskerville"/>
                <a:cs typeface="Libre Baskerville"/>
                <a:sym typeface="Libre Baskerville"/>
              </a:rPr>
              <a:t> signature over (report || metadata), stored </a:t>
            </a:r>
            <a:r>
              <a:rPr lang="en" sz="1000" i="1">
                <a:solidFill>
                  <a:srgbClr val="191919"/>
                </a:solidFill>
                <a:latin typeface="Libre Baskerville"/>
                <a:ea typeface="Libre Baskerville"/>
                <a:cs typeface="Libre Baskerville"/>
                <a:sym typeface="Libre Baskerville"/>
              </a:rPr>
              <a:t>encrypted</a:t>
            </a:r>
            <a:r>
              <a:rPr lang="en" sz="1000">
                <a:solidFill>
                  <a:srgbClr val="191919"/>
                </a:solidFill>
                <a:latin typeface="Libre Baskerville"/>
                <a:ea typeface="Libre Baskerville"/>
                <a:cs typeface="Libre Baskerville"/>
                <a:sym typeface="Libre Baskerville"/>
              </a:rPr>
              <a:t>.</a:t>
            </a:r>
            <a:endParaRPr sz="1000">
              <a:solidFill>
                <a:srgbClr val="191919"/>
              </a:solidFill>
              <a:latin typeface="Libre Baskerville"/>
              <a:ea typeface="Libre Baskerville"/>
              <a:cs typeface="Libre Baskerville"/>
              <a:sym typeface="Libre Baskerville"/>
            </a:endParaRPr>
          </a:p>
          <a:p>
            <a:pPr marL="0" lvl="0" indent="0" algn="l" rtl="0">
              <a:lnSpc>
                <a:spcPct val="115000"/>
              </a:lnSpc>
              <a:spcBef>
                <a:spcPts val="1200"/>
              </a:spcBef>
              <a:spcAft>
                <a:spcPts val="0"/>
              </a:spcAft>
              <a:buNone/>
            </a:pPr>
            <a:r>
              <a:rPr lang="en" sz="1200" b="1">
                <a:solidFill>
                  <a:srgbClr val="191919"/>
                </a:solidFill>
                <a:latin typeface="Libre Baskerville"/>
                <a:ea typeface="Libre Baskerville"/>
                <a:cs typeface="Libre Baskerville"/>
                <a:sym typeface="Libre Baskerville"/>
              </a:rPr>
              <a:t>Consistency &amp; Ordering</a:t>
            </a:r>
            <a:br>
              <a:rPr lang="en" sz="900" b="1">
                <a:solidFill>
                  <a:srgbClr val="191919"/>
                </a:solidFill>
                <a:latin typeface="Libre Baskerville"/>
                <a:ea typeface="Libre Baskerville"/>
                <a:cs typeface="Libre Baskerville"/>
                <a:sym typeface="Libre Baskerville"/>
              </a:rPr>
            </a:br>
            <a:r>
              <a:rPr lang="en" sz="1000">
                <a:solidFill>
                  <a:srgbClr val="191919"/>
                </a:solidFill>
                <a:latin typeface="Libre Baskerville"/>
                <a:ea typeface="Libre Baskerville"/>
                <a:cs typeface="Libre Baskerville"/>
                <a:sym typeface="Libre Baskerville"/>
              </a:rPr>
              <a:t>Per-sender sequence number &amp; previous hash - detects duplicate, reordered, forked or missing (partially) reports.</a:t>
            </a:r>
            <a:endParaRPr sz="1000">
              <a:solidFill>
                <a:srgbClr val="191919"/>
              </a:solidFill>
              <a:latin typeface="Libre Baskerville"/>
              <a:ea typeface="Libre Baskerville"/>
              <a:cs typeface="Libre Baskerville"/>
              <a:sym typeface="Libre Baskerville"/>
            </a:endParaRPr>
          </a:p>
          <a:p>
            <a:pPr marL="0" lvl="0" indent="0" algn="l" rtl="0">
              <a:lnSpc>
                <a:spcPct val="115000"/>
              </a:lnSpc>
              <a:spcBef>
                <a:spcPts val="1200"/>
              </a:spcBef>
              <a:spcAft>
                <a:spcPts val="0"/>
              </a:spcAft>
              <a:buNone/>
            </a:pPr>
            <a:r>
              <a:rPr lang="en" sz="1200" b="1">
                <a:solidFill>
                  <a:srgbClr val="191919"/>
                </a:solidFill>
                <a:latin typeface="Libre Baskerville"/>
                <a:ea typeface="Libre Baskerville"/>
                <a:cs typeface="Libre Baskerville"/>
                <a:sym typeface="Libre Baskerville"/>
              </a:rPr>
              <a:t>Design Choices</a:t>
            </a:r>
            <a:br>
              <a:rPr lang="en" sz="900">
                <a:solidFill>
                  <a:srgbClr val="191919"/>
                </a:solidFill>
                <a:latin typeface="Libre Baskerville"/>
                <a:ea typeface="Libre Baskerville"/>
                <a:cs typeface="Libre Baskerville"/>
                <a:sym typeface="Libre Baskerville"/>
              </a:rPr>
            </a:br>
            <a:r>
              <a:rPr lang="en" sz="1000">
                <a:solidFill>
                  <a:srgbClr val="191919"/>
                </a:solidFill>
                <a:latin typeface="Libre Baskerville"/>
                <a:ea typeface="Libre Baskerville"/>
                <a:cs typeface="Libre Baskerville"/>
                <a:sym typeface="Libre Baskerville"/>
              </a:rPr>
              <a:t>Standard, well-supported crypto (AES-GCM, RSA-OAEP, Ed25519);</a:t>
            </a:r>
            <a:br>
              <a:rPr lang="en" sz="1000">
                <a:solidFill>
                  <a:srgbClr val="191919"/>
                </a:solidFill>
                <a:latin typeface="Libre Baskerville"/>
                <a:ea typeface="Libre Baskerville"/>
                <a:cs typeface="Libre Baskerville"/>
                <a:sym typeface="Libre Baskerville"/>
              </a:rPr>
            </a:br>
            <a:r>
              <a:rPr lang="en" sz="1000">
                <a:solidFill>
                  <a:srgbClr val="191919"/>
                </a:solidFill>
                <a:latin typeface="Libre Baskerville"/>
                <a:ea typeface="Libre Baskerville"/>
                <a:cs typeface="Libre Baskerville"/>
                <a:sym typeface="Libre Baskerville"/>
              </a:rPr>
              <a:t>Separate keys for encryption and signing (cross-protocol attacks).</a:t>
            </a:r>
            <a:endParaRPr sz="1000">
              <a:solidFill>
                <a:srgbClr val="191919"/>
              </a:solidFill>
              <a:latin typeface="Libre Baskerville"/>
              <a:ea typeface="Libre Baskerville"/>
              <a:cs typeface="Libre Baskerville"/>
              <a:sym typeface="Libre Baskerville"/>
            </a:endParaRPr>
          </a:p>
          <a:p>
            <a:pPr marL="0" lvl="0" indent="0" algn="l" rtl="0">
              <a:lnSpc>
                <a:spcPct val="115000"/>
              </a:lnSpc>
              <a:spcBef>
                <a:spcPts val="1200"/>
              </a:spcBef>
              <a:spcAft>
                <a:spcPts val="1200"/>
              </a:spcAft>
              <a:buNone/>
            </a:pPr>
            <a:r>
              <a:rPr lang="en" sz="1200" b="1">
                <a:solidFill>
                  <a:srgbClr val="191919"/>
                </a:solidFill>
                <a:latin typeface="Libre Baskerville"/>
                <a:ea typeface="Libre Baskerville"/>
                <a:cs typeface="Libre Baskerville"/>
                <a:sym typeface="Libre Baskerville"/>
              </a:rPr>
              <a:t>Why It Works</a:t>
            </a:r>
            <a:br>
              <a:rPr lang="en" sz="900" b="1">
                <a:solidFill>
                  <a:srgbClr val="191919"/>
                </a:solidFill>
                <a:latin typeface="Libre Baskerville"/>
                <a:ea typeface="Libre Baskerville"/>
                <a:cs typeface="Libre Baskerville"/>
                <a:sym typeface="Libre Baskerville"/>
              </a:rPr>
            </a:br>
            <a:r>
              <a:rPr lang="en" sz="1000">
                <a:solidFill>
                  <a:srgbClr val="191919"/>
                </a:solidFill>
                <a:latin typeface="Libre Baskerville"/>
                <a:ea typeface="Libre Baskerville"/>
                <a:cs typeface="Libre Baskerville"/>
                <a:sym typeface="Libre Baskerville"/>
              </a:rPr>
              <a:t>AEAD binds content + metadata - tamper detection;</a:t>
            </a:r>
            <a:br>
              <a:rPr lang="en" sz="1000">
                <a:solidFill>
                  <a:srgbClr val="191919"/>
                </a:solidFill>
                <a:latin typeface="Libre Baskerville"/>
                <a:ea typeface="Libre Baskerville"/>
                <a:cs typeface="Libre Baskerville"/>
                <a:sym typeface="Libre Baskerville"/>
              </a:rPr>
            </a:br>
            <a:r>
              <a:rPr lang="en" sz="1000">
                <a:solidFill>
                  <a:srgbClr val="191919"/>
                </a:solidFill>
                <a:latin typeface="Libre Baskerville"/>
                <a:ea typeface="Libre Baskerville"/>
                <a:cs typeface="Libre Baskerville"/>
                <a:sym typeface="Libre Baskerville"/>
              </a:rPr>
              <a:t>Encrypted signatures prevent impersonation and signature swapping;</a:t>
            </a:r>
            <a:br>
              <a:rPr lang="en" sz="1000">
                <a:solidFill>
                  <a:srgbClr val="191919"/>
                </a:solidFill>
                <a:latin typeface="Libre Baskerville"/>
                <a:ea typeface="Libre Baskerville"/>
                <a:cs typeface="Libre Baskerville"/>
                <a:sym typeface="Libre Baskerville"/>
              </a:rPr>
            </a:br>
            <a:r>
              <a:rPr lang="en" sz="1000">
                <a:solidFill>
                  <a:srgbClr val="191919"/>
                </a:solidFill>
                <a:latin typeface="Libre Baskerville"/>
                <a:ea typeface="Libre Baskerville"/>
                <a:cs typeface="Libre Baskerville"/>
                <a:sym typeface="Libre Baskerville"/>
              </a:rPr>
              <a:t>Hash chaining gives strong integrity/consistency without heavy consensus.</a:t>
            </a:r>
            <a:endParaRPr sz="1000">
              <a:solidFill>
                <a:srgbClr val="191919"/>
              </a:solidFill>
              <a:latin typeface="Libre Baskerville"/>
              <a:ea typeface="Libre Baskerville"/>
              <a:cs typeface="Libre Baskerville"/>
              <a:sym typeface="Libre Baskerville"/>
            </a:endParaRPr>
          </a:p>
        </p:txBody>
      </p:sp>
      <p:sp>
        <p:nvSpPr>
          <p:cNvPr id="330" name="Google Shape;330;p3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6</a:t>
            </a:fld>
            <a:endParaRPr/>
          </a:p>
        </p:txBody>
      </p:sp>
      <p:sp>
        <p:nvSpPr>
          <p:cNvPr id="331" name="Google Shape;331;p31"/>
          <p:cNvSpPr txBox="1">
            <a:spLocks noGrp="1"/>
          </p:cNvSpPr>
          <p:nvPr>
            <p:ph type="title"/>
          </p:nvPr>
        </p:nvSpPr>
        <p:spPr>
          <a:xfrm>
            <a:off x="451325" y="339500"/>
            <a:ext cx="69636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Libre Baskerville"/>
                <a:ea typeface="Libre Baskerville"/>
                <a:cs typeface="Libre Baskerville"/>
                <a:sym typeface="Libre Baskerville"/>
              </a:rPr>
              <a:t>Secure Document Format</a:t>
            </a:r>
            <a:endParaRPr>
              <a:latin typeface="Libre Baskerville"/>
              <a:ea typeface="Libre Baskerville"/>
              <a:cs typeface="Libre Baskerville"/>
              <a:sym typeface="Libre Baskerville"/>
            </a:endParaRPr>
          </a:p>
        </p:txBody>
      </p:sp>
      <p:pic>
        <p:nvPicPr>
          <p:cNvPr id="332" name="Google Shape;332;p31"/>
          <p:cNvPicPr preferRelativeResize="0"/>
          <p:nvPr/>
        </p:nvPicPr>
        <p:blipFill>
          <a:blip r:embed="rId3">
            <a:alphaModFix/>
          </a:blip>
          <a:stretch>
            <a:fillRect/>
          </a:stretch>
        </p:blipFill>
        <p:spPr>
          <a:xfrm>
            <a:off x="504800" y="1110026"/>
            <a:ext cx="3508050" cy="3737050"/>
          </a:xfrm>
          <a:prstGeom prst="rect">
            <a:avLst/>
          </a:prstGeom>
          <a:noFill/>
          <a:ln>
            <a:noFill/>
          </a:ln>
        </p:spPr>
      </p:pic>
      <p:sp>
        <p:nvSpPr>
          <p:cNvPr id="333" name="Google Shape;333;p31"/>
          <p:cNvSpPr txBox="1"/>
          <p:nvPr/>
        </p:nvSpPr>
        <p:spPr>
          <a:xfrm>
            <a:off x="416877" y="813600"/>
            <a:ext cx="20895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1200" b="1">
                <a:latin typeface="Libre Baskerville"/>
                <a:ea typeface="Libre Baskerville"/>
                <a:cs typeface="Libre Baskerville"/>
                <a:sym typeface="Libre Baskerville"/>
              </a:rPr>
              <a:t>Envelope Design</a:t>
            </a:r>
            <a:endParaRPr sz="1200">
              <a:solidFill>
                <a:schemeClr val="dk1"/>
              </a:solidFill>
              <a:latin typeface="Libre Baskerville"/>
              <a:ea typeface="Libre Baskerville"/>
              <a:cs typeface="Libre Baskerville"/>
              <a:sym typeface="Libre Baskervill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pic>
        <p:nvPicPr>
          <p:cNvPr id="338" name="Google Shape;338;p32"/>
          <p:cNvPicPr preferRelativeResize="0"/>
          <p:nvPr/>
        </p:nvPicPr>
        <p:blipFill>
          <a:blip r:embed="rId3">
            <a:alphaModFix/>
          </a:blip>
          <a:stretch>
            <a:fillRect/>
          </a:stretch>
        </p:blipFill>
        <p:spPr>
          <a:xfrm flipH="1">
            <a:off x="10" y="0"/>
            <a:ext cx="3405191" cy="5143500"/>
          </a:xfrm>
          <a:prstGeom prst="rect">
            <a:avLst/>
          </a:prstGeom>
          <a:noFill/>
          <a:ln>
            <a:noFill/>
          </a:ln>
        </p:spPr>
      </p:pic>
      <p:sp>
        <p:nvSpPr>
          <p:cNvPr id="339" name="Google Shape;339;p32"/>
          <p:cNvSpPr txBox="1">
            <a:spLocks noGrp="1"/>
          </p:cNvSpPr>
          <p:nvPr>
            <p:ph type="title"/>
          </p:nvPr>
        </p:nvSpPr>
        <p:spPr>
          <a:xfrm>
            <a:off x="4047175" y="2388500"/>
            <a:ext cx="4943100" cy="242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a:latin typeface="Libre Baskerville"/>
                <a:ea typeface="Libre Baskerville"/>
                <a:cs typeface="Libre Baskerville"/>
                <a:sym typeface="Libre Baskerville"/>
              </a:rPr>
              <a:t>Security Protocol</a:t>
            </a:r>
            <a:endParaRPr sz="4000">
              <a:latin typeface="Libre Baskerville"/>
              <a:ea typeface="Libre Baskerville"/>
              <a:cs typeface="Libre Baskerville"/>
              <a:sym typeface="Libre Baskerville"/>
            </a:endParaRPr>
          </a:p>
        </p:txBody>
      </p:sp>
      <p:sp>
        <p:nvSpPr>
          <p:cNvPr id="340" name="Google Shape;340;p32"/>
          <p:cNvSpPr txBox="1">
            <a:spLocks noGrp="1"/>
          </p:cNvSpPr>
          <p:nvPr>
            <p:ph type="title" idx="2"/>
          </p:nvPr>
        </p:nvSpPr>
        <p:spPr>
          <a:xfrm>
            <a:off x="4047175" y="1438750"/>
            <a:ext cx="1230300" cy="88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Libre Baskerville"/>
                <a:ea typeface="Libre Baskerville"/>
                <a:cs typeface="Libre Baskerville"/>
                <a:sym typeface="Libre Baskerville"/>
              </a:rPr>
              <a:t>03</a:t>
            </a:r>
            <a:endParaRPr>
              <a:latin typeface="Libre Baskerville"/>
              <a:ea typeface="Libre Baskerville"/>
              <a:cs typeface="Libre Baskerville"/>
              <a:sym typeface="Libre Baskerville"/>
            </a:endParaRPr>
          </a:p>
        </p:txBody>
      </p:sp>
      <p:grpSp>
        <p:nvGrpSpPr>
          <p:cNvPr id="341" name="Google Shape;341;p32"/>
          <p:cNvGrpSpPr/>
          <p:nvPr/>
        </p:nvGrpSpPr>
        <p:grpSpPr>
          <a:xfrm rot="756538">
            <a:off x="5159567" y="-1610422"/>
            <a:ext cx="4574157" cy="3479412"/>
            <a:chOff x="1522650" y="1117750"/>
            <a:chExt cx="4574075" cy="3479350"/>
          </a:xfrm>
        </p:grpSpPr>
        <p:sp>
          <p:nvSpPr>
            <p:cNvPr id="342" name="Google Shape;342;p32"/>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2"/>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4" name="Google Shape;344;p3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33"/>
          <p:cNvSpPr/>
          <p:nvPr/>
        </p:nvSpPr>
        <p:spPr>
          <a:xfrm rot="5400000">
            <a:off x="414421" y="3686637"/>
            <a:ext cx="690300" cy="395100"/>
          </a:xfrm>
          <a:prstGeom prst="chevron">
            <a:avLst>
              <a:gd name="adj" fmla="val 50000"/>
            </a:avLst>
          </a:prstGeom>
          <a:solidFill>
            <a:schemeClr val="dk2"/>
          </a:solidFill>
          <a:ln>
            <a:noFill/>
          </a:ln>
        </p:spPr>
        <p:txBody>
          <a:bodyPr spcFirstLastPara="1" wrap="square" lIns="90075" tIns="90075" rIns="90075" bIns="90075" anchor="ctr" anchorCtr="0">
            <a:noAutofit/>
          </a:bodyPr>
          <a:lstStyle/>
          <a:p>
            <a:pPr marL="0" lvl="0" indent="0" algn="ctr" rtl="0">
              <a:spcBef>
                <a:spcPts val="0"/>
              </a:spcBef>
              <a:spcAft>
                <a:spcPts val="0"/>
              </a:spcAft>
              <a:buNone/>
            </a:pPr>
            <a:endParaRPr sz="1379">
              <a:latin typeface="Cairo"/>
              <a:ea typeface="Cairo"/>
              <a:cs typeface="Cairo"/>
              <a:sym typeface="Cairo"/>
            </a:endParaRPr>
          </a:p>
        </p:txBody>
      </p:sp>
      <p:sp>
        <p:nvSpPr>
          <p:cNvPr id="350" name="Google Shape;350;p33"/>
          <p:cNvSpPr txBox="1"/>
          <p:nvPr/>
        </p:nvSpPr>
        <p:spPr>
          <a:xfrm>
            <a:off x="561925" y="3714186"/>
            <a:ext cx="395100" cy="394200"/>
          </a:xfrm>
          <a:prstGeom prst="rect">
            <a:avLst/>
          </a:prstGeom>
          <a:noFill/>
          <a:ln>
            <a:noFill/>
          </a:ln>
        </p:spPr>
        <p:txBody>
          <a:bodyPr spcFirstLastPara="1" wrap="square" lIns="90075" tIns="90075" rIns="90075" bIns="90075" anchor="t" anchorCtr="0">
            <a:spAutoFit/>
          </a:bodyPr>
          <a:lstStyle/>
          <a:p>
            <a:pPr marL="0" lvl="0" indent="0" algn="ctr" rtl="0">
              <a:spcBef>
                <a:spcPts val="0"/>
              </a:spcBef>
              <a:spcAft>
                <a:spcPts val="0"/>
              </a:spcAft>
              <a:buNone/>
            </a:pPr>
            <a:r>
              <a:rPr lang="en" sz="1379">
                <a:solidFill>
                  <a:schemeClr val="dk1"/>
                </a:solidFill>
                <a:latin typeface="Libre Baskerville"/>
                <a:ea typeface="Libre Baskerville"/>
                <a:cs typeface="Libre Baskerville"/>
                <a:sym typeface="Libre Baskerville"/>
              </a:rPr>
              <a:t>4</a:t>
            </a:r>
            <a:endParaRPr sz="1379">
              <a:solidFill>
                <a:schemeClr val="dk1"/>
              </a:solidFill>
              <a:latin typeface="Libre Baskerville"/>
              <a:ea typeface="Libre Baskerville"/>
              <a:cs typeface="Libre Baskerville"/>
              <a:sym typeface="Libre Baskerville"/>
            </a:endParaRPr>
          </a:p>
        </p:txBody>
      </p:sp>
      <p:sp>
        <p:nvSpPr>
          <p:cNvPr id="351" name="Google Shape;351;p33"/>
          <p:cNvSpPr/>
          <p:nvPr/>
        </p:nvSpPr>
        <p:spPr>
          <a:xfrm rot="5400000">
            <a:off x="414421" y="2939842"/>
            <a:ext cx="690300" cy="395100"/>
          </a:xfrm>
          <a:prstGeom prst="chevron">
            <a:avLst>
              <a:gd name="adj" fmla="val 50000"/>
            </a:avLst>
          </a:prstGeom>
          <a:solidFill>
            <a:schemeClr val="dk2"/>
          </a:solidFill>
          <a:ln>
            <a:noFill/>
          </a:ln>
        </p:spPr>
        <p:txBody>
          <a:bodyPr spcFirstLastPara="1" wrap="square" lIns="90075" tIns="90075" rIns="90075" bIns="90075" anchor="ctr" anchorCtr="0">
            <a:noAutofit/>
          </a:bodyPr>
          <a:lstStyle/>
          <a:p>
            <a:pPr marL="0" lvl="0" indent="0" algn="ctr" rtl="0">
              <a:spcBef>
                <a:spcPts val="0"/>
              </a:spcBef>
              <a:spcAft>
                <a:spcPts val="0"/>
              </a:spcAft>
              <a:buNone/>
            </a:pPr>
            <a:endParaRPr sz="1379">
              <a:latin typeface="Cairo"/>
              <a:ea typeface="Cairo"/>
              <a:cs typeface="Cairo"/>
              <a:sym typeface="Cairo"/>
            </a:endParaRPr>
          </a:p>
        </p:txBody>
      </p:sp>
      <p:sp>
        <p:nvSpPr>
          <p:cNvPr id="352" name="Google Shape;352;p33"/>
          <p:cNvSpPr txBox="1"/>
          <p:nvPr/>
        </p:nvSpPr>
        <p:spPr>
          <a:xfrm>
            <a:off x="561925" y="2967392"/>
            <a:ext cx="395100" cy="394200"/>
          </a:xfrm>
          <a:prstGeom prst="rect">
            <a:avLst/>
          </a:prstGeom>
          <a:noFill/>
          <a:ln>
            <a:noFill/>
          </a:ln>
        </p:spPr>
        <p:txBody>
          <a:bodyPr spcFirstLastPara="1" wrap="square" lIns="90075" tIns="90075" rIns="90075" bIns="90075" anchor="t" anchorCtr="0">
            <a:spAutoFit/>
          </a:bodyPr>
          <a:lstStyle/>
          <a:p>
            <a:pPr marL="0" lvl="0" indent="0" algn="ctr" rtl="0">
              <a:spcBef>
                <a:spcPts val="0"/>
              </a:spcBef>
              <a:spcAft>
                <a:spcPts val="0"/>
              </a:spcAft>
              <a:buNone/>
            </a:pPr>
            <a:r>
              <a:rPr lang="en" sz="1379">
                <a:solidFill>
                  <a:schemeClr val="dk1"/>
                </a:solidFill>
                <a:latin typeface="Libre Baskerville"/>
                <a:ea typeface="Libre Baskerville"/>
                <a:cs typeface="Libre Baskerville"/>
                <a:sym typeface="Libre Baskerville"/>
              </a:rPr>
              <a:t>3</a:t>
            </a:r>
            <a:endParaRPr sz="1379">
              <a:solidFill>
                <a:schemeClr val="dk1"/>
              </a:solidFill>
              <a:latin typeface="Libre Baskerville"/>
              <a:ea typeface="Libre Baskerville"/>
              <a:cs typeface="Libre Baskerville"/>
              <a:sym typeface="Libre Baskerville"/>
            </a:endParaRPr>
          </a:p>
        </p:txBody>
      </p:sp>
      <p:sp>
        <p:nvSpPr>
          <p:cNvPr id="353" name="Google Shape;353;p33"/>
          <p:cNvSpPr/>
          <p:nvPr/>
        </p:nvSpPr>
        <p:spPr>
          <a:xfrm rot="5400000">
            <a:off x="414421" y="2193047"/>
            <a:ext cx="690300" cy="395100"/>
          </a:xfrm>
          <a:prstGeom prst="chevron">
            <a:avLst>
              <a:gd name="adj" fmla="val 50000"/>
            </a:avLst>
          </a:prstGeom>
          <a:solidFill>
            <a:schemeClr val="dk2"/>
          </a:solidFill>
          <a:ln>
            <a:noFill/>
          </a:ln>
        </p:spPr>
        <p:txBody>
          <a:bodyPr spcFirstLastPara="1" wrap="square" lIns="90075" tIns="90075" rIns="90075" bIns="90075" anchor="ctr" anchorCtr="0">
            <a:noAutofit/>
          </a:bodyPr>
          <a:lstStyle/>
          <a:p>
            <a:pPr marL="0" lvl="0" indent="0" algn="ctr" rtl="0">
              <a:spcBef>
                <a:spcPts val="0"/>
              </a:spcBef>
              <a:spcAft>
                <a:spcPts val="0"/>
              </a:spcAft>
              <a:buNone/>
            </a:pPr>
            <a:endParaRPr sz="1379">
              <a:latin typeface="Cairo"/>
              <a:ea typeface="Cairo"/>
              <a:cs typeface="Cairo"/>
              <a:sym typeface="Cairo"/>
            </a:endParaRPr>
          </a:p>
        </p:txBody>
      </p:sp>
      <p:sp>
        <p:nvSpPr>
          <p:cNvPr id="354" name="Google Shape;354;p33"/>
          <p:cNvSpPr txBox="1"/>
          <p:nvPr/>
        </p:nvSpPr>
        <p:spPr>
          <a:xfrm>
            <a:off x="561925" y="2220597"/>
            <a:ext cx="395100" cy="394200"/>
          </a:xfrm>
          <a:prstGeom prst="rect">
            <a:avLst/>
          </a:prstGeom>
          <a:noFill/>
          <a:ln>
            <a:noFill/>
          </a:ln>
        </p:spPr>
        <p:txBody>
          <a:bodyPr spcFirstLastPara="1" wrap="square" lIns="90075" tIns="90075" rIns="90075" bIns="90075" anchor="t" anchorCtr="0">
            <a:spAutoFit/>
          </a:bodyPr>
          <a:lstStyle/>
          <a:p>
            <a:pPr marL="0" lvl="0" indent="0" algn="ctr" rtl="0">
              <a:spcBef>
                <a:spcPts val="0"/>
              </a:spcBef>
              <a:spcAft>
                <a:spcPts val="0"/>
              </a:spcAft>
              <a:buNone/>
            </a:pPr>
            <a:r>
              <a:rPr lang="en" sz="1379">
                <a:solidFill>
                  <a:schemeClr val="dk1"/>
                </a:solidFill>
                <a:latin typeface="Libre Baskerville"/>
                <a:ea typeface="Libre Baskerville"/>
                <a:cs typeface="Libre Baskerville"/>
                <a:sym typeface="Libre Baskerville"/>
              </a:rPr>
              <a:t>2</a:t>
            </a:r>
            <a:endParaRPr sz="1379">
              <a:solidFill>
                <a:schemeClr val="dk1"/>
              </a:solidFill>
              <a:latin typeface="Libre Baskerville"/>
              <a:ea typeface="Libre Baskerville"/>
              <a:cs typeface="Libre Baskerville"/>
              <a:sym typeface="Libre Baskerville"/>
            </a:endParaRPr>
          </a:p>
        </p:txBody>
      </p:sp>
      <p:sp>
        <p:nvSpPr>
          <p:cNvPr id="355" name="Google Shape;355;p3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8</a:t>
            </a:fld>
            <a:endParaRPr/>
          </a:p>
        </p:txBody>
      </p:sp>
      <p:sp>
        <p:nvSpPr>
          <p:cNvPr id="356" name="Google Shape;356;p33"/>
          <p:cNvSpPr txBox="1">
            <a:spLocks noGrp="1"/>
          </p:cNvSpPr>
          <p:nvPr>
            <p:ph type="title"/>
          </p:nvPr>
        </p:nvSpPr>
        <p:spPr>
          <a:xfrm>
            <a:off x="451325" y="339500"/>
            <a:ext cx="77040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Libre Baskerville"/>
                <a:ea typeface="Libre Baskerville"/>
                <a:cs typeface="Libre Baskerville"/>
                <a:sym typeface="Libre Baskerville"/>
              </a:rPr>
              <a:t>Security Protocol</a:t>
            </a:r>
            <a:endParaRPr>
              <a:latin typeface="Libre Baskerville"/>
              <a:ea typeface="Libre Baskerville"/>
              <a:cs typeface="Libre Baskerville"/>
              <a:sym typeface="Libre Baskerville"/>
            </a:endParaRPr>
          </a:p>
        </p:txBody>
      </p:sp>
      <p:sp>
        <p:nvSpPr>
          <p:cNvPr id="357" name="Google Shape;357;p33"/>
          <p:cNvSpPr/>
          <p:nvPr/>
        </p:nvSpPr>
        <p:spPr>
          <a:xfrm rot="5400000">
            <a:off x="414421" y="1446252"/>
            <a:ext cx="690300" cy="395100"/>
          </a:xfrm>
          <a:prstGeom prst="chevron">
            <a:avLst>
              <a:gd name="adj" fmla="val 50000"/>
            </a:avLst>
          </a:prstGeom>
          <a:solidFill>
            <a:schemeClr val="dk2"/>
          </a:solidFill>
          <a:ln>
            <a:noFill/>
          </a:ln>
        </p:spPr>
        <p:txBody>
          <a:bodyPr spcFirstLastPara="1" wrap="square" lIns="90075" tIns="90075" rIns="90075" bIns="90075" anchor="ctr" anchorCtr="0">
            <a:noAutofit/>
          </a:bodyPr>
          <a:lstStyle/>
          <a:p>
            <a:pPr marL="0" lvl="0" indent="0" algn="ctr" rtl="0">
              <a:spcBef>
                <a:spcPts val="0"/>
              </a:spcBef>
              <a:spcAft>
                <a:spcPts val="0"/>
              </a:spcAft>
              <a:buNone/>
            </a:pPr>
            <a:endParaRPr sz="1379">
              <a:latin typeface="Cairo"/>
              <a:ea typeface="Cairo"/>
              <a:cs typeface="Cairo"/>
              <a:sym typeface="Cairo"/>
            </a:endParaRPr>
          </a:p>
        </p:txBody>
      </p:sp>
      <p:sp>
        <p:nvSpPr>
          <p:cNvPr id="358" name="Google Shape;358;p33"/>
          <p:cNvSpPr txBox="1"/>
          <p:nvPr/>
        </p:nvSpPr>
        <p:spPr>
          <a:xfrm>
            <a:off x="1057743" y="1298652"/>
            <a:ext cx="4140600" cy="379200"/>
          </a:xfrm>
          <a:prstGeom prst="rect">
            <a:avLst/>
          </a:prstGeom>
          <a:noFill/>
          <a:ln>
            <a:noFill/>
          </a:ln>
        </p:spPr>
        <p:txBody>
          <a:bodyPr spcFirstLastPara="1" wrap="square" lIns="90075" tIns="90075" rIns="90075" bIns="90075" anchor="t" anchorCtr="0">
            <a:spAutoFit/>
          </a:bodyPr>
          <a:lstStyle/>
          <a:p>
            <a:pPr marL="0" lvl="0" indent="0" algn="l" rtl="0">
              <a:spcBef>
                <a:spcPts val="0"/>
              </a:spcBef>
              <a:spcAft>
                <a:spcPts val="0"/>
              </a:spcAft>
              <a:buNone/>
            </a:pPr>
            <a:r>
              <a:rPr lang="en" sz="1280" b="1">
                <a:solidFill>
                  <a:schemeClr val="dk1"/>
                </a:solidFill>
                <a:latin typeface="Libre Baskerville"/>
                <a:ea typeface="Libre Baskerville"/>
                <a:cs typeface="Libre Baskerville"/>
                <a:sym typeface="Libre Baskerville"/>
              </a:rPr>
              <a:t>Report Submission</a:t>
            </a:r>
            <a:endParaRPr sz="1280" b="1">
              <a:solidFill>
                <a:schemeClr val="dk1"/>
              </a:solidFill>
              <a:latin typeface="Libre Baskerville"/>
              <a:ea typeface="Libre Baskerville"/>
              <a:cs typeface="Libre Baskerville"/>
              <a:sym typeface="Libre Baskerville"/>
            </a:endParaRPr>
          </a:p>
        </p:txBody>
      </p:sp>
      <p:sp>
        <p:nvSpPr>
          <p:cNvPr id="359" name="Google Shape;359;p33"/>
          <p:cNvSpPr txBox="1"/>
          <p:nvPr/>
        </p:nvSpPr>
        <p:spPr>
          <a:xfrm>
            <a:off x="1057743" y="1569260"/>
            <a:ext cx="7397100" cy="348900"/>
          </a:xfrm>
          <a:prstGeom prst="rect">
            <a:avLst/>
          </a:prstGeom>
          <a:noFill/>
          <a:ln>
            <a:noFill/>
          </a:ln>
        </p:spPr>
        <p:txBody>
          <a:bodyPr spcFirstLastPara="1" wrap="square" lIns="90075" tIns="90075" rIns="90075" bIns="90075" anchor="t" anchorCtr="0">
            <a:spAutoFit/>
          </a:bodyPr>
          <a:lstStyle/>
          <a:p>
            <a:pPr marL="0" lvl="0" indent="0" algn="l" rtl="0">
              <a:lnSpc>
                <a:spcPct val="100000"/>
              </a:lnSpc>
              <a:spcBef>
                <a:spcPts val="0"/>
              </a:spcBef>
              <a:spcAft>
                <a:spcPts val="0"/>
              </a:spcAft>
              <a:buNone/>
            </a:pPr>
            <a:r>
              <a:rPr lang="en" sz="1083">
                <a:solidFill>
                  <a:srgbClr val="49495A"/>
                </a:solidFill>
                <a:latin typeface="Libre Baskerville"/>
                <a:ea typeface="Libre Baskerville"/>
                <a:cs typeface="Libre Baskerville"/>
                <a:sym typeface="Libre Baskerville"/>
              </a:rPr>
              <a:t>Nodes store encrypted reports locally, maintaining an append-only sequence with cryptographic links.</a:t>
            </a:r>
            <a:endParaRPr sz="1182">
              <a:solidFill>
                <a:schemeClr val="dk1"/>
              </a:solidFill>
              <a:latin typeface="Libre Baskerville"/>
              <a:ea typeface="Libre Baskerville"/>
              <a:cs typeface="Libre Baskerville"/>
              <a:sym typeface="Libre Baskerville"/>
            </a:endParaRPr>
          </a:p>
        </p:txBody>
      </p:sp>
      <p:sp>
        <p:nvSpPr>
          <p:cNvPr id="360" name="Google Shape;360;p33"/>
          <p:cNvSpPr txBox="1"/>
          <p:nvPr/>
        </p:nvSpPr>
        <p:spPr>
          <a:xfrm>
            <a:off x="1057743" y="2045447"/>
            <a:ext cx="4140600" cy="379200"/>
          </a:xfrm>
          <a:prstGeom prst="rect">
            <a:avLst/>
          </a:prstGeom>
          <a:noFill/>
          <a:ln>
            <a:noFill/>
          </a:ln>
        </p:spPr>
        <p:txBody>
          <a:bodyPr spcFirstLastPara="1" wrap="square" lIns="90075" tIns="90075" rIns="90075" bIns="90075" anchor="t" anchorCtr="0">
            <a:spAutoFit/>
          </a:bodyPr>
          <a:lstStyle/>
          <a:p>
            <a:pPr marL="0" lvl="0" indent="0" algn="l" rtl="0">
              <a:spcBef>
                <a:spcPts val="0"/>
              </a:spcBef>
              <a:spcAft>
                <a:spcPts val="0"/>
              </a:spcAft>
              <a:buNone/>
            </a:pPr>
            <a:r>
              <a:rPr lang="en" sz="1280" b="1">
                <a:solidFill>
                  <a:schemeClr val="dk1"/>
                </a:solidFill>
                <a:latin typeface="Libre Baskerville"/>
                <a:ea typeface="Libre Baskerville"/>
                <a:cs typeface="Libre Baskerville"/>
                <a:sym typeface="Libre Baskerville"/>
              </a:rPr>
              <a:t>Merkle Commitments</a:t>
            </a:r>
            <a:endParaRPr sz="1280" b="1">
              <a:solidFill>
                <a:schemeClr val="dk1"/>
              </a:solidFill>
              <a:latin typeface="Libre Baskerville"/>
              <a:ea typeface="Libre Baskerville"/>
              <a:cs typeface="Libre Baskerville"/>
              <a:sym typeface="Libre Baskerville"/>
            </a:endParaRPr>
          </a:p>
        </p:txBody>
      </p:sp>
      <p:sp>
        <p:nvSpPr>
          <p:cNvPr id="361" name="Google Shape;361;p33"/>
          <p:cNvSpPr txBox="1"/>
          <p:nvPr/>
        </p:nvSpPr>
        <p:spPr>
          <a:xfrm>
            <a:off x="1057750" y="2316052"/>
            <a:ext cx="8134800" cy="348900"/>
          </a:xfrm>
          <a:prstGeom prst="rect">
            <a:avLst/>
          </a:prstGeom>
          <a:noFill/>
          <a:ln>
            <a:noFill/>
          </a:ln>
        </p:spPr>
        <p:txBody>
          <a:bodyPr spcFirstLastPara="1" wrap="square" lIns="90075" tIns="90075" rIns="90075" bIns="90075" anchor="t" anchorCtr="0">
            <a:spAutoFit/>
          </a:bodyPr>
          <a:lstStyle/>
          <a:p>
            <a:pPr marL="0" lvl="0" indent="0" algn="l" rtl="0">
              <a:lnSpc>
                <a:spcPct val="100000"/>
              </a:lnSpc>
              <a:spcBef>
                <a:spcPts val="0"/>
              </a:spcBef>
              <a:spcAft>
                <a:spcPts val="0"/>
              </a:spcAft>
              <a:buNone/>
            </a:pPr>
            <a:r>
              <a:rPr lang="en" sz="1083">
                <a:solidFill>
                  <a:srgbClr val="49495A"/>
                </a:solidFill>
                <a:latin typeface="Libre Baskerville"/>
                <a:ea typeface="Libre Baskerville"/>
                <a:cs typeface="Libre Baskerville"/>
                <a:sym typeface="Libre Baskerville"/>
              </a:rPr>
              <a:t>Nodes compute and sign Merkle roots over buffered, unsynced reports, committing to their exact set and order.</a:t>
            </a:r>
            <a:endParaRPr sz="1083">
              <a:solidFill>
                <a:srgbClr val="49495A"/>
              </a:solidFill>
              <a:latin typeface="Libre Baskerville"/>
              <a:ea typeface="Libre Baskerville"/>
              <a:cs typeface="Libre Baskerville"/>
              <a:sym typeface="Libre Baskerville"/>
            </a:endParaRPr>
          </a:p>
        </p:txBody>
      </p:sp>
      <p:sp>
        <p:nvSpPr>
          <p:cNvPr id="362" name="Google Shape;362;p33"/>
          <p:cNvSpPr txBox="1"/>
          <p:nvPr/>
        </p:nvSpPr>
        <p:spPr>
          <a:xfrm>
            <a:off x="1057743" y="2792242"/>
            <a:ext cx="4140600" cy="379200"/>
          </a:xfrm>
          <a:prstGeom prst="rect">
            <a:avLst/>
          </a:prstGeom>
          <a:noFill/>
          <a:ln>
            <a:noFill/>
          </a:ln>
        </p:spPr>
        <p:txBody>
          <a:bodyPr spcFirstLastPara="1" wrap="square" lIns="90075" tIns="90075" rIns="90075" bIns="90075" anchor="t" anchorCtr="0">
            <a:spAutoFit/>
          </a:bodyPr>
          <a:lstStyle/>
          <a:p>
            <a:pPr marL="0" lvl="0" indent="0" algn="l" rtl="0">
              <a:spcBef>
                <a:spcPts val="0"/>
              </a:spcBef>
              <a:spcAft>
                <a:spcPts val="0"/>
              </a:spcAft>
              <a:buNone/>
            </a:pPr>
            <a:r>
              <a:rPr lang="en" sz="1280" b="1">
                <a:solidFill>
                  <a:schemeClr val="dk1"/>
                </a:solidFill>
                <a:latin typeface="Libre Baskerville"/>
                <a:ea typeface="Libre Baskerville"/>
                <a:cs typeface="Libre Baskerville"/>
                <a:sym typeface="Libre Baskerville"/>
              </a:rPr>
              <a:t>Synchronization</a:t>
            </a:r>
            <a:endParaRPr sz="1280" b="1">
              <a:solidFill>
                <a:schemeClr val="dk1"/>
              </a:solidFill>
              <a:latin typeface="Libre Baskerville"/>
              <a:ea typeface="Libre Baskerville"/>
              <a:cs typeface="Libre Baskerville"/>
              <a:sym typeface="Libre Baskerville"/>
            </a:endParaRPr>
          </a:p>
        </p:txBody>
      </p:sp>
      <p:sp>
        <p:nvSpPr>
          <p:cNvPr id="363" name="Google Shape;363;p33"/>
          <p:cNvSpPr txBox="1"/>
          <p:nvPr/>
        </p:nvSpPr>
        <p:spPr>
          <a:xfrm>
            <a:off x="1057750" y="3062850"/>
            <a:ext cx="8018100" cy="515700"/>
          </a:xfrm>
          <a:prstGeom prst="rect">
            <a:avLst/>
          </a:prstGeom>
          <a:noFill/>
          <a:ln>
            <a:noFill/>
          </a:ln>
        </p:spPr>
        <p:txBody>
          <a:bodyPr spcFirstLastPara="1" wrap="square" lIns="90075" tIns="90075" rIns="90075" bIns="90075" anchor="t" anchorCtr="0">
            <a:spAutoFit/>
          </a:bodyPr>
          <a:lstStyle/>
          <a:p>
            <a:pPr marL="0" lvl="0" indent="0" algn="l" rtl="0">
              <a:lnSpc>
                <a:spcPct val="100000"/>
              </a:lnSpc>
              <a:spcBef>
                <a:spcPts val="0"/>
              </a:spcBef>
              <a:spcAft>
                <a:spcPts val="0"/>
              </a:spcAft>
              <a:buNone/>
            </a:pPr>
            <a:r>
              <a:rPr lang="en" sz="1083">
                <a:solidFill>
                  <a:srgbClr val="49495A"/>
                </a:solidFill>
                <a:latin typeface="Libre Baskerville"/>
                <a:ea typeface="Libre Baskerville"/>
                <a:cs typeface="Libre Baskerville"/>
                <a:sym typeface="Libre Baskerville"/>
              </a:rPr>
              <a:t>Server collects, performs a </a:t>
            </a:r>
            <a:r>
              <a:rPr lang="en" sz="1083" b="1">
                <a:solidFill>
                  <a:srgbClr val="49495A"/>
                </a:solidFill>
                <a:latin typeface="Libre Baskerville"/>
                <a:ea typeface="Libre Baskerville"/>
                <a:cs typeface="Libre Baskerville"/>
                <a:sym typeface="Libre Baskerville"/>
              </a:rPr>
              <a:t>multi-stage verification </a:t>
            </a:r>
            <a:r>
              <a:rPr lang="en" sz="1083" b="1" i="1">
                <a:solidFill>
                  <a:srgbClr val="49495A"/>
                </a:solidFill>
                <a:latin typeface="Libre Baskerville"/>
                <a:ea typeface="Libre Baskerville"/>
                <a:cs typeface="Libre Baskerville"/>
                <a:sym typeface="Libre Baskerville"/>
              </a:rPr>
              <a:t>(slide 9)</a:t>
            </a:r>
            <a:r>
              <a:rPr lang="en" sz="1083">
                <a:solidFill>
                  <a:srgbClr val="49495A"/>
                </a:solidFill>
                <a:latin typeface="Libre Baskerville"/>
                <a:ea typeface="Libre Baskerville"/>
                <a:cs typeface="Libre Baskerville"/>
                <a:sym typeface="Libre Baskerville"/>
              </a:rPr>
              <a:t>, and globally sorts all buffers, creating a new signed block linked to the previous one.</a:t>
            </a:r>
            <a:endParaRPr sz="1083">
              <a:solidFill>
                <a:srgbClr val="49495A"/>
              </a:solidFill>
              <a:latin typeface="Libre Baskerville"/>
              <a:ea typeface="Libre Baskerville"/>
              <a:cs typeface="Libre Baskerville"/>
              <a:sym typeface="Libre Baskerville"/>
            </a:endParaRPr>
          </a:p>
        </p:txBody>
      </p:sp>
      <p:sp>
        <p:nvSpPr>
          <p:cNvPr id="364" name="Google Shape;364;p33"/>
          <p:cNvSpPr txBox="1"/>
          <p:nvPr/>
        </p:nvSpPr>
        <p:spPr>
          <a:xfrm>
            <a:off x="1057731" y="3539037"/>
            <a:ext cx="4140600" cy="379200"/>
          </a:xfrm>
          <a:prstGeom prst="rect">
            <a:avLst/>
          </a:prstGeom>
          <a:noFill/>
          <a:ln>
            <a:noFill/>
          </a:ln>
        </p:spPr>
        <p:txBody>
          <a:bodyPr spcFirstLastPara="1" wrap="square" lIns="90075" tIns="90075" rIns="90075" bIns="90075" anchor="t" anchorCtr="0">
            <a:spAutoFit/>
          </a:bodyPr>
          <a:lstStyle/>
          <a:p>
            <a:pPr marL="0" lvl="0" indent="0" algn="l" rtl="0">
              <a:spcBef>
                <a:spcPts val="0"/>
              </a:spcBef>
              <a:spcAft>
                <a:spcPts val="0"/>
              </a:spcAft>
              <a:buNone/>
            </a:pPr>
            <a:r>
              <a:rPr lang="en" sz="1280" b="1">
                <a:solidFill>
                  <a:schemeClr val="dk1"/>
                </a:solidFill>
                <a:latin typeface="Libre Baskerville"/>
                <a:ea typeface="Libre Baskerville"/>
                <a:cs typeface="Libre Baskerville"/>
                <a:sym typeface="Libre Baskerville"/>
              </a:rPr>
              <a:t>Client Verification</a:t>
            </a:r>
            <a:endParaRPr sz="1280" b="1">
              <a:solidFill>
                <a:schemeClr val="dk1"/>
              </a:solidFill>
              <a:latin typeface="Libre Baskerville"/>
              <a:ea typeface="Libre Baskerville"/>
              <a:cs typeface="Libre Baskerville"/>
              <a:sym typeface="Libre Baskerville"/>
            </a:endParaRPr>
          </a:p>
        </p:txBody>
      </p:sp>
      <p:sp>
        <p:nvSpPr>
          <p:cNvPr id="365" name="Google Shape;365;p33"/>
          <p:cNvSpPr txBox="1"/>
          <p:nvPr/>
        </p:nvSpPr>
        <p:spPr>
          <a:xfrm>
            <a:off x="1057750" y="3809650"/>
            <a:ext cx="8047800" cy="515700"/>
          </a:xfrm>
          <a:prstGeom prst="rect">
            <a:avLst/>
          </a:prstGeom>
          <a:noFill/>
          <a:ln>
            <a:noFill/>
          </a:ln>
        </p:spPr>
        <p:txBody>
          <a:bodyPr spcFirstLastPara="1" wrap="square" lIns="90075" tIns="90075" rIns="90075" bIns="90075" anchor="t" anchorCtr="0">
            <a:spAutoFit/>
          </a:bodyPr>
          <a:lstStyle/>
          <a:p>
            <a:pPr marL="0" lvl="0" indent="0" algn="l" rtl="0">
              <a:lnSpc>
                <a:spcPct val="100000"/>
              </a:lnSpc>
              <a:spcBef>
                <a:spcPts val="0"/>
              </a:spcBef>
              <a:spcAft>
                <a:spcPts val="0"/>
              </a:spcAft>
              <a:buNone/>
            </a:pPr>
            <a:r>
              <a:rPr lang="en" sz="1083" b="1">
                <a:solidFill>
                  <a:srgbClr val="49495A"/>
                </a:solidFill>
                <a:latin typeface="Libre Baskerville"/>
                <a:ea typeface="Libre Baskerville"/>
                <a:cs typeface="Libre Baskerville"/>
                <a:sym typeface="Libre Baskerville"/>
              </a:rPr>
              <a:t>Multi-stage pipeline</a:t>
            </a:r>
            <a:r>
              <a:rPr lang="en" sz="1083">
                <a:solidFill>
                  <a:srgbClr val="49495A"/>
                </a:solidFill>
                <a:latin typeface="Libre Baskerville"/>
                <a:ea typeface="Libre Baskerville"/>
                <a:cs typeface="Libre Baskerville"/>
                <a:sym typeface="Libre Baskerville"/>
              </a:rPr>
              <a:t> </a:t>
            </a:r>
            <a:r>
              <a:rPr lang="en" sz="1083" b="1">
                <a:solidFill>
                  <a:srgbClr val="49495A"/>
                </a:solidFill>
                <a:latin typeface="Libre Baskerville"/>
                <a:ea typeface="Libre Baskerville"/>
                <a:cs typeface="Libre Baskerville"/>
                <a:sym typeface="Libre Baskerville"/>
              </a:rPr>
              <a:t>verifies </a:t>
            </a:r>
            <a:r>
              <a:rPr lang="en" sz="1083" b="1" i="1">
                <a:solidFill>
                  <a:srgbClr val="49495A"/>
                </a:solidFill>
                <a:latin typeface="Libre Baskerville"/>
                <a:ea typeface="Libre Baskerville"/>
                <a:cs typeface="Libre Baskerville"/>
                <a:sym typeface="Libre Baskerville"/>
              </a:rPr>
              <a:t>(slide 10)</a:t>
            </a:r>
            <a:r>
              <a:rPr lang="en" sz="1083" b="1">
                <a:solidFill>
                  <a:srgbClr val="49495A"/>
                </a:solidFill>
                <a:latin typeface="Libre Baskerville"/>
                <a:ea typeface="Libre Baskerville"/>
                <a:cs typeface="Libre Baskerville"/>
                <a:sym typeface="Libre Baskerville"/>
              </a:rPr>
              <a:t> </a:t>
            </a:r>
            <a:r>
              <a:rPr lang="en" sz="1083">
                <a:solidFill>
                  <a:srgbClr val="49495A"/>
                </a:solidFill>
                <a:latin typeface="Libre Baskerville"/>
                <a:ea typeface="Libre Baskerville"/>
                <a:cs typeface="Libre Baskerville"/>
                <a:sym typeface="Libre Baskerville"/>
              </a:rPr>
              <a:t>server block, block chain, Merkle root, per-node signatures, and hash chains.</a:t>
            </a:r>
            <a:endParaRPr sz="1083">
              <a:solidFill>
                <a:srgbClr val="49495A"/>
              </a:solidFill>
              <a:latin typeface="Libre Baskerville"/>
              <a:ea typeface="Libre Baskerville"/>
              <a:cs typeface="Libre Baskerville"/>
              <a:sym typeface="Libre Baskerville"/>
            </a:endParaRPr>
          </a:p>
        </p:txBody>
      </p:sp>
      <p:sp>
        <p:nvSpPr>
          <p:cNvPr id="366" name="Google Shape;366;p33"/>
          <p:cNvSpPr txBox="1"/>
          <p:nvPr/>
        </p:nvSpPr>
        <p:spPr>
          <a:xfrm>
            <a:off x="561925" y="1473802"/>
            <a:ext cx="395100" cy="394200"/>
          </a:xfrm>
          <a:prstGeom prst="rect">
            <a:avLst/>
          </a:prstGeom>
          <a:noFill/>
          <a:ln>
            <a:noFill/>
          </a:ln>
        </p:spPr>
        <p:txBody>
          <a:bodyPr spcFirstLastPara="1" wrap="square" lIns="90075" tIns="90075" rIns="90075" bIns="90075" anchor="t" anchorCtr="0">
            <a:spAutoFit/>
          </a:bodyPr>
          <a:lstStyle/>
          <a:p>
            <a:pPr marL="0" lvl="0" indent="0" algn="ctr" rtl="0">
              <a:spcBef>
                <a:spcPts val="0"/>
              </a:spcBef>
              <a:spcAft>
                <a:spcPts val="0"/>
              </a:spcAft>
              <a:buNone/>
            </a:pPr>
            <a:r>
              <a:rPr lang="en" sz="1379">
                <a:solidFill>
                  <a:schemeClr val="dk1"/>
                </a:solidFill>
                <a:latin typeface="Libre Baskerville"/>
                <a:ea typeface="Libre Baskerville"/>
                <a:cs typeface="Libre Baskerville"/>
                <a:sym typeface="Libre Baskerville"/>
              </a:rPr>
              <a:t>1</a:t>
            </a:r>
            <a:endParaRPr sz="1379">
              <a:solidFill>
                <a:schemeClr val="dk1"/>
              </a:solidFill>
              <a:latin typeface="Libre Baskerville"/>
              <a:ea typeface="Libre Baskerville"/>
              <a:cs typeface="Libre Baskerville"/>
              <a:sym typeface="Libre Baskervill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34"/>
          <p:cNvSpPr txBox="1"/>
          <p:nvPr/>
        </p:nvSpPr>
        <p:spPr>
          <a:xfrm>
            <a:off x="1048788" y="1550468"/>
            <a:ext cx="7704000" cy="340200"/>
          </a:xfrm>
          <a:prstGeom prst="rect">
            <a:avLst/>
          </a:prstGeom>
          <a:noFill/>
          <a:ln>
            <a:noFill/>
          </a:ln>
        </p:spPr>
        <p:txBody>
          <a:bodyPr spcFirstLastPara="1" wrap="square" lIns="89350" tIns="89350" rIns="89350" bIns="89350" anchor="t" anchorCtr="0">
            <a:spAutoFit/>
          </a:bodyPr>
          <a:lstStyle/>
          <a:p>
            <a:pPr marL="0" lvl="0" indent="0" algn="l" rtl="0">
              <a:lnSpc>
                <a:spcPct val="162857"/>
              </a:lnSpc>
              <a:spcBef>
                <a:spcPts val="0"/>
              </a:spcBef>
              <a:spcAft>
                <a:spcPts val="0"/>
              </a:spcAft>
              <a:buNone/>
            </a:pPr>
            <a:r>
              <a:rPr lang="en" sz="1036">
                <a:solidFill>
                  <a:srgbClr val="49495A"/>
                </a:solidFill>
                <a:latin typeface="Libre Baskerville"/>
                <a:ea typeface="Libre Baskerville"/>
                <a:cs typeface="Libre Baskerville"/>
                <a:sym typeface="Libre Baskerville"/>
              </a:rPr>
              <a:t>Verify each node’s signature on its Merkle root to verify its authenticity.</a:t>
            </a:r>
            <a:endParaRPr sz="1036">
              <a:solidFill>
                <a:srgbClr val="49495A"/>
              </a:solidFill>
              <a:latin typeface="Libre Baskerville"/>
              <a:ea typeface="Libre Baskerville"/>
              <a:cs typeface="Libre Baskerville"/>
              <a:sym typeface="Libre Baskerville"/>
            </a:endParaRPr>
          </a:p>
        </p:txBody>
      </p:sp>
      <p:sp>
        <p:nvSpPr>
          <p:cNvPr id="372" name="Google Shape;372;p3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9</a:t>
            </a:fld>
            <a:endParaRPr/>
          </a:p>
        </p:txBody>
      </p:sp>
      <p:sp>
        <p:nvSpPr>
          <p:cNvPr id="373" name="Google Shape;373;p34"/>
          <p:cNvSpPr txBox="1">
            <a:spLocks noGrp="1"/>
          </p:cNvSpPr>
          <p:nvPr>
            <p:ph type="title"/>
          </p:nvPr>
        </p:nvSpPr>
        <p:spPr>
          <a:xfrm>
            <a:off x="451325" y="339500"/>
            <a:ext cx="77040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Libre Baskerville"/>
                <a:ea typeface="Libre Baskerville"/>
                <a:cs typeface="Libre Baskerville"/>
                <a:sym typeface="Libre Baskerville"/>
              </a:rPr>
              <a:t>Server Verification Pipeline</a:t>
            </a:r>
            <a:endParaRPr sz="1000">
              <a:latin typeface="Libre Baskerville"/>
              <a:ea typeface="Libre Baskerville"/>
              <a:cs typeface="Libre Baskerville"/>
              <a:sym typeface="Libre Baskerville"/>
            </a:endParaRPr>
          </a:p>
        </p:txBody>
      </p:sp>
      <p:sp>
        <p:nvSpPr>
          <p:cNvPr id="374" name="Google Shape;374;p34"/>
          <p:cNvSpPr/>
          <p:nvPr/>
        </p:nvSpPr>
        <p:spPr>
          <a:xfrm rot="5400000">
            <a:off x="410618" y="2909873"/>
            <a:ext cx="684600" cy="392100"/>
          </a:xfrm>
          <a:prstGeom prst="chevron">
            <a:avLst>
              <a:gd name="adj" fmla="val 50000"/>
            </a:avLst>
          </a:prstGeom>
          <a:solidFill>
            <a:schemeClr val="dk2"/>
          </a:solidFill>
          <a:ln>
            <a:noFill/>
          </a:ln>
        </p:spPr>
        <p:txBody>
          <a:bodyPr spcFirstLastPara="1" wrap="square" lIns="89350" tIns="89350" rIns="89350" bIns="89350" anchor="ctr" anchorCtr="0">
            <a:noAutofit/>
          </a:bodyPr>
          <a:lstStyle/>
          <a:p>
            <a:pPr marL="0" lvl="0" indent="0" algn="ctr" rtl="0">
              <a:spcBef>
                <a:spcPts val="0"/>
              </a:spcBef>
              <a:spcAft>
                <a:spcPts val="0"/>
              </a:spcAft>
              <a:buNone/>
            </a:pPr>
            <a:endParaRPr sz="1368">
              <a:latin typeface="Cairo"/>
              <a:ea typeface="Cairo"/>
              <a:cs typeface="Cairo"/>
              <a:sym typeface="Cairo"/>
            </a:endParaRPr>
          </a:p>
        </p:txBody>
      </p:sp>
      <p:sp>
        <p:nvSpPr>
          <p:cNvPr id="375" name="Google Shape;375;p34"/>
          <p:cNvSpPr txBox="1"/>
          <p:nvPr/>
        </p:nvSpPr>
        <p:spPr>
          <a:xfrm>
            <a:off x="556951" y="2937365"/>
            <a:ext cx="392100" cy="391200"/>
          </a:xfrm>
          <a:prstGeom prst="rect">
            <a:avLst/>
          </a:prstGeom>
          <a:noFill/>
          <a:ln>
            <a:noFill/>
          </a:ln>
        </p:spPr>
        <p:txBody>
          <a:bodyPr spcFirstLastPara="1" wrap="square" lIns="89350" tIns="89350" rIns="89350" bIns="89350" anchor="t" anchorCtr="0">
            <a:spAutoFit/>
          </a:bodyPr>
          <a:lstStyle/>
          <a:p>
            <a:pPr marL="0" lvl="0" indent="0" algn="ctr" rtl="0">
              <a:spcBef>
                <a:spcPts val="0"/>
              </a:spcBef>
              <a:spcAft>
                <a:spcPts val="0"/>
              </a:spcAft>
              <a:buNone/>
            </a:pPr>
            <a:r>
              <a:rPr lang="en" sz="1368">
                <a:solidFill>
                  <a:schemeClr val="dk1"/>
                </a:solidFill>
                <a:latin typeface="Libre Baskerville"/>
                <a:ea typeface="Libre Baskerville"/>
                <a:cs typeface="Libre Baskerville"/>
                <a:sym typeface="Libre Baskerville"/>
              </a:rPr>
              <a:t>3</a:t>
            </a:r>
            <a:endParaRPr sz="1368">
              <a:solidFill>
                <a:schemeClr val="dk1"/>
              </a:solidFill>
              <a:latin typeface="Libre Baskerville"/>
              <a:ea typeface="Libre Baskerville"/>
              <a:cs typeface="Libre Baskerville"/>
              <a:sym typeface="Libre Baskerville"/>
            </a:endParaRPr>
          </a:p>
        </p:txBody>
      </p:sp>
      <p:sp>
        <p:nvSpPr>
          <p:cNvPr id="376" name="Google Shape;376;p34"/>
          <p:cNvSpPr/>
          <p:nvPr/>
        </p:nvSpPr>
        <p:spPr>
          <a:xfrm rot="5400000">
            <a:off x="410618" y="2169083"/>
            <a:ext cx="684600" cy="392100"/>
          </a:xfrm>
          <a:prstGeom prst="chevron">
            <a:avLst>
              <a:gd name="adj" fmla="val 50000"/>
            </a:avLst>
          </a:prstGeom>
          <a:solidFill>
            <a:schemeClr val="dk2"/>
          </a:solidFill>
          <a:ln>
            <a:noFill/>
          </a:ln>
        </p:spPr>
        <p:txBody>
          <a:bodyPr spcFirstLastPara="1" wrap="square" lIns="89350" tIns="89350" rIns="89350" bIns="89350" anchor="ctr" anchorCtr="0">
            <a:noAutofit/>
          </a:bodyPr>
          <a:lstStyle/>
          <a:p>
            <a:pPr marL="0" lvl="0" indent="0" algn="ctr" rtl="0">
              <a:spcBef>
                <a:spcPts val="0"/>
              </a:spcBef>
              <a:spcAft>
                <a:spcPts val="0"/>
              </a:spcAft>
              <a:buNone/>
            </a:pPr>
            <a:endParaRPr sz="1368">
              <a:latin typeface="Cairo"/>
              <a:ea typeface="Cairo"/>
              <a:cs typeface="Cairo"/>
              <a:sym typeface="Cairo"/>
            </a:endParaRPr>
          </a:p>
        </p:txBody>
      </p:sp>
      <p:sp>
        <p:nvSpPr>
          <p:cNvPr id="377" name="Google Shape;377;p34"/>
          <p:cNvSpPr txBox="1"/>
          <p:nvPr/>
        </p:nvSpPr>
        <p:spPr>
          <a:xfrm>
            <a:off x="556951" y="2196574"/>
            <a:ext cx="392100" cy="391200"/>
          </a:xfrm>
          <a:prstGeom prst="rect">
            <a:avLst/>
          </a:prstGeom>
          <a:noFill/>
          <a:ln>
            <a:noFill/>
          </a:ln>
        </p:spPr>
        <p:txBody>
          <a:bodyPr spcFirstLastPara="1" wrap="square" lIns="89350" tIns="89350" rIns="89350" bIns="89350" anchor="t" anchorCtr="0">
            <a:spAutoFit/>
          </a:bodyPr>
          <a:lstStyle/>
          <a:p>
            <a:pPr marL="0" lvl="0" indent="0" algn="ctr" rtl="0">
              <a:spcBef>
                <a:spcPts val="0"/>
              </a:spcBef>
              <a:spcAft>
                <a:spcPts val="0"/>
              </a:spcAft>
              <a:buNone/>
            </a:pPr>
            <a:r>
              <a:rPr lang="en" sz="1368">
                <a:solidFill>
                  <a:schemeClr val="dk1"/>
                </a:solidFill>
                <a:latin typeface="Libre Baskerville"/>
                <a:ea typeface="Libre Baskerville"/>
                <a:cs typeface="Libre Baskerville"/>
                <a:sym typeface="Libre Baskerville"/>
              </a:rPr>
              <a:t>2</a:t>
            </a:r>
            <a:endParaRPr sz="1368">
              <a:solidFill>
                <a:schemeClr val="dk1"/>
              </a:solidFill>
              <a:latin typeface="Libre Baskerville"/>
              <a:ea typeface="Libre Baskerville"/>
              <a:cs typeface="Libre Baskerville"/>
              <a:sym typeface="Libre Baskerville"/>
            </a:endParaRPr>
          </a:p>
        </p:txBody>
      </p:sp>
      <p:sp>
        <p:nvSpPr>
          <p:cNvPr id="378" name="Google Shape;378;p34"/>
          <p:cNvSpPr/>
          <p:nvPr/>
        </p:nvSpPr>
        <p:spPr>
          <a:xfrm rot="5400000">
            <a:off x="410618" y="1428292"/>
            <a:ext cx="684600" cy="392100"/>
          </a:xfrm>
          <a:prstGeom prst="chevron">
            <a:avLst>
              <a:gd name="adj" fmla="val 50000"/>
            </a:avLst>
          </a:prstGeom>
          <a:solidFill>
            <a:schemeClr val="dk2"/>
          </a:solidFill>
          <a:ln>
            <a:noFill/>
          </a:ln>
        </p:spPr>
        <p:txBody>
          <a:bodyPr spcFirstLastPara="1" wrap="square" lIns="89350" tIns="89350" rIns="89350" bIns="89350" anchor="ctr" anchorCtr="0">
            <a:noAutofit/>
          </a:bodyPr>
          <a:lstStyle/>
          <a:p>
            <a:pPr marL="0" lvl="0" indent="0" algn="ctr" rtl="0">
              <a:spcBef>
                <a:spcPts val="0"/>
              </a:spcBef>
              <a:spcAft>
                <a:spcPts val="0"/>
              </a:spcAft>
              <a:buNone/>
            </a:pPr>
            <a:endParaRPr sz="1368">
              <a:latin typeface="Cairo"/>
              <a:ea typeface="Cairo"/>
              <a:cs typeface="Cairo"/>
              <a:sym typeface="Cairo"/>
            </a:endParaRPr>
          </a:p>
        </p:txBody>
      </p:sp>
      <p:sp>
        <p:nvSpPr>
          <p:cNvPr id="379" name="Google Shape;379;p34"/>
          <p:cNvSpPr txBox="1"/>
          <p:nvPr/>
        </p:nvSpPr>
        <p:spPr>
          <a:xfrm>
            <a:off x="1048781" y="1282042"/>
            <a:ext cx="4107300" cy="376200"/>
          </a:xfrm>
          <a:prstGeom prst="rect">
            <a:avLst/>
          </a:prstGeom>
          <a:noFill/>
          <a:ln>
            <a:noFill/>
          </a:ln>
        </p:spPr>
        <p:txBody>
          <a:bodyPr spcFirstLastPara="1" wrap="square" lIns="89350" tIns="89350" rIns="89350" bIns="89350" anchor="t" anchorCtr="0">
            <a:spAutoFit/>
          </a:bodyPr>
          <a:lstStyle/>
          <a:p>
            <a:pPr marL="0" lvl="0" indent="0" algn="l" rtl="0">
              <a:spcBef>
                <a:spcPts val="0"/>
              </a:spcBef>
              <a:spcAft>
                <a:spcPts val="0"/>
              </a:spcAft>
              <a:buNone/>
            </a:pPr>
            <a:r>
              <a:rPr lang="en" sz="1270" b="1">
                <a:solidFill>
                  <a:schemeClr val="dk1"/>
                </a:solidFill>
                <a:latin typeface="Libre Baskerville"/>
                <a:ea typeface="Libre Baskerville"/>
                <a:cs typeface="Libre Baskerville"/>
                <a:sym typeface="Libre Baskerville"/>
              </a:rPr>
              <a:t>Client Buffer Root Signature</a:t>
            </a:r>
            <a:endParaRPr sz="1270">
              <a:solidFill>
                <a:srgbClr val="49495A"/>
              </a:solidFill>
              <a:latin typeface="Libre Baskerville"/>
              <a:ea typeface="Libre Baskerville"/>
              <a:cs typeface="Libre Baskerville"/>
              <a:sym typeface="Libre Baskerville"/>
            </a:endParaRPr>
          </a:p>
        </p:txBody>
      </p:sp>
      <p:sp>
        <p:nvSpPr>
          <p:cNvPr id="380" name="Google Shape;380;p34"/>
          <p:cNvSpPr txBox="1"/>
          <p:nvPr/>
        </p:nvSpPr>
        <p:spPr>
          <a:xfrm>
            <a:off x="1048781" y="2022833"/>
            <a:ext cx="4107300" cy="376200"/>
          </a:xfrm>
          <a:prstGeom prst="rect">
            <a:avLst/>
          </a:prstGeom>
          <a:noFill/>
          <a:ln>
            <a:noFill/>
          </a:ln>
        </p:spPr>
        <p:txBody>
          <a:bodyPr spcFirstLastPara="1" wrap="square" lIns="89350" tIns="89350" rIns="89350" bIns="89350" anchor="t" anchorCtr="0">
            <a:spAutoFit/>
          </a:bodyPr>
          <a:lstStyle/>
          <a:p>
            <a:pPr marL="0" lvl="0" indent="0" algn="l" rtl="0">
              <a:spcBef>
                <a:spcPts val="0"/>
              </a:spcBef>
              <a:spcAft>
                <a:spcPts val="0"/>
              </a:spcAft>
              <a:buNone/>
            </a:pPr>
            <a:r>
              <a:rPr lang="en" sz="1270" b="1">
                <a:solidFill>
                  <a:schemeClr val="dk1"/>
                </a:solidFill>
                <a:latin typeface="Libre Baskerville"/>
                <a:ea typeface="Libre Baskerville"/>
                <a:cs typeface="Libre Baskerville"/>
                <a:sym typeface="Libre Baskerville"/>
              </a:rPr>
              <a:t>Buffer Merkle Root</a:t>
            </a:r>
            <a:endParaRPr sz="1270" b="1">
              <a:solidFill>
                <a:schemeClr val="dk1"/>
              </a:solidFill>
              <a:latin typeface="Libre Baskerville"/>
              <a:ea typeface="Libre Baskerville"/>
              <a:cs typeface="Libre Baskerville"/>
              <a:sym typeface="Libre Baskerville"/>
            </a:endParaRPr>
          </a:p>
        </p:txBody>
      </p:sp>
      <p:sp>
        <p:nvSpPr>
          <p:cNvPr id="381" name="Google Shape;381;p34"/>
          <p:cNvSpPr txBox="1"/>
          <p:nvPr/>
        </p:nvSpPr>
        <p:spPr>
          <a:xfrm>
            <a:off x="1048788" y="2291268"/>
            <a:ext cx="7968600" cy="340200"/>
          </a:xfrm>
          <a:prstGeom prst="rect">
            <a:avLst/>
          </a:prstGeom>
          <a:noFill/>
          <a:ln>
            <a:noFill/>
          </a:ln>
        </p:spPr>
        <p:txBody>
          <a:bodyPr spcFirstLastPara="1" wrap="square" lIns="89350" tIns="89350" rIns="89350" bIns="89350" anchor="t" anchorCtr="0">
            <a:spAutoFit/>
          </a:bodyPr>
          <a:lstStyle/>
          <a:p>
            <a:pPr marL="0" lvl="0" indent="0" algn="l" rtl="0">
              <a:lnSpc>
                <a:spcPct val="162857"/>
              </a:lnSpc>
              <a:spcBef>
                <a:spcPts val="0"/>
              </a:spcBef>
              <a:spcAft>
                <a:spcPts val="0"/>
              </a:spcAft>
              <a:buNone/>
            </a:pPr>
            <a:r>
              <a:rPr lang="en" sz="1036">
                <a:solidFill>
                  <a:srgbClr val="49495A"/>
                </a:solidFill>
                <a:latin typeface="Libre Baskerville"/>
                <a:ea typeface="Libre Baskerville"/>
                <a:cs typeface="Libre Baskerville"/>
                <a:sym typeface="Libre Baskerville"/>
              </a:rPr>
              <a:t>Recompute the root from received envelopes to ensure the buffer is complete and untampered.</a:t>
            </a:r>
            <a:endParaRPr sz="1036">
              <a:solidFill>
                <a:srgbClr val="49495A"/>
              </a:solidFill>
              <a:latin typeface="Libre Baskerville"/>
              <a:ea typeface="Libre Baskerville"/>
              <a:cs typeface="Libre Baskerville"/>
              <a:sym typeface="Libre Baskerville"/>
            </a:endParaRPr>
          </a:p>
        </p:txBody>
      </p:sp>
      <p:sp>
        <p:nvSpPr>
          <p:cNvPr id="382" name="Google Shape;382;p34"/>
          <p:cNvSpPr txBox="1"/>
          <p:nvPr/>
        </p:nvSpPr>
        <p:spPr>
          <a:xfrm>
            <a:off x="1048781" y="2763623"/>
            <a:ext cx="4107300" cy="372900"/>
          </a:xfrm>
          <a:prstGeom prst="rect">
            <a:avLst/>
          </a:prstGeom>
          <a:noFill/>
          <a:ln>
            <a:noFill/>
          </a:ln>
        </p:spPr>
        <p:txBody>
          <a:bodyPr spcFirstLastPara="1" wrap="square" lIns="89350" tIns="89350" rIns="89350" bIns="89350" anchor="t" anchorCtr="0">
            <a:spAutoFit/>
          </a:bodyPr>
          <a:lstStyle/>
          <a:p>
            <a:pPr marL="0" lvl="0" indent="0" algn="l" rtl="0">
              <a:spcBef>
                <a:spcPts val="0"/>
              </a:spcBef>
              <a:spcAft>
                <a:spcPts val="0"/>
              </a:spcAft>
              <a:buNone/>
            </a:pPr>
            <a:r>
              <a:rPr lang="en" sz="1270" b="1">
                <a:solidFill>
                  <a:schemeClr val="dk1"/>
                </a:solidFill>
                <a:latin typeface="Libre Baskerville"/>
                <a:ea typeface="Libre Baskerville"/>
                <a:cs typeface="Libre Baskerville"/>
                <a:sym typeface="Libre Baskerville"/>
              </a:rPr>
              <a:t>Client Envelope Chain Continuity</a:t>
            </a:r>
            <a:endParaRPr sz="1270" b="1">
              <a:solidFill>
                <a:schemeClr val="dk1"/>
              </a:solidFill>
              <a:latin typeface="Libre Baskerville"/>
              <a:ea typeface="Libre Baskerville"/>
              <a:cs typeface="Libre Baskerville"/>
              <a:sym typeface="Libre Baskerville"/>
            </a:endParaRPr>
          </a:p>
        </p:txBody>
      </p:sp>
      <p:sp>
        <p:nvSpPr>
          <p:cNvPr id="383" name="Google Shape;383;p34"/>
          <p:cNvSpPr txBox="1"/>
          <p:nvPr/>
        </p:nvSpPr>
        <p:spPr>
          <a:xfrm>
            <a:off x="1048784" y="3032068"/>
            <a:ext cx="8042100" cy="334500"/>
          </a:xfrm>
          <a:prstGeom prst="rect">
            <a:avLst/>
          </a:prstGeom>
          <a:noFill/>
          <a:ln>
            <a:noFill/>
          </a:ln>
        </p:spPr>
        <p:txBody>
          <a:bodyPr spcFirstLastPara="1" wrap="square" lIns="89350" tIns="89350" rIns="89350" bIns="89350" anchor="t" anchorCtr="0">
            <a:spAutoFit/>
          </a:bodyPr>
          <a:lstStyle/>
          <a:p>
            <a:pPr marL="0" lvl="0" indent="0" algn="l" rtl="0">
              <a:lnSpc>
                <a:spcPct val="162857"/>
              </a:lnSpc>
              <a:spcBef>
                <a:spcPts val="0"/>
              </a:spcBef>
              <a:spcAft>
                <a:spcPts val="0"/>
              </a:spcAft>
              <a:buNone/>
            </a:pPr>
            <a:r>
              <a:rPr lang="en" sz="1000">
                <a:solidFill>
                  <a:srgbClr val="49495A"/>
                </a:solidFill>
                <a:latin typeface="Libre Baskerville"/>
                <a:ea typeface="Libre Baskerville"/>
                <a:cs typeface="Libre Baskerville"/>
                <a:sym typeface="Libre Baskerville"/>
              </a:rPr>
              <a:t>Ensure the first report links correctly to the last known synced report from the sender node to detect diverging histories.</a:t>
            </a:r>
            <a:endParaRPr sz="1000">
              <a:solidFill>
                <a:srgbClr val="49495A"/>
              </a:solidFill>
              <a:latin typeface="Libre Baskerville"/>
              <a:ea typeface="Libre Baskerville"/>
              <a:cs typeface="Libre Baskerville"/>
              <a:sym typeface="Libre Baskerville"/>
            </a:endParaRPr>
          </a:p>
        </p:txBody>
      </p:sp>
      <p:sp>
        <p:nvSpPr>
          <p:cNvPr id="384" name="Google Shape;384;p34"/>
          <p:cNvSpPr txBox="1"/>
          <p:nvPr/>
        </p:nvSpPr>
        <p:spPr>
          <a:xfrm>
            <a:off x="556951" y="1455783"/>
            <a:ext cx="392100" cy="391200"/>
          </a:xfrm>
          <a:prstGeom prst="rect">
            <a:avLst/>
          </a:prstGeom>
          <a:noFill/>
          <a:ln>
            <a:noFill/>
          </a:ln>
        </p:spPr>
        <p:txBody>
          <a:bodyPr spcFirstLastPara="1" wrap="square" lIns="89350" tIns="89350" rIns="89350" bIns="89350" anchor="t" anchorCtr="0">
            <a:spAutoFit/>
          </a:bodyPr>
          <a:lstStyle/>
          <a:p>
            <a:pPr marL="0" lvl="0" indent="0" algn="ctr" rtl="0">
              <a:spcBef>
                <a:spcPts val="0"/>
              </a:spcBef>
              <a:spcAft>
                <a:spcPts val="0"/>
              </a:spcAft>
              <a:buNone/>
            </a:pPr>
            <a:r>
              <a:rPr lang="en" sz="1368">
                <a:solidFill>
                  <a:schemeClr val="dk1"/>
                </a:solidFill>
                <a:latin typeface="Libre Baskerville"/>
                <a:ea typeface="Libre Baskerville"/>
                <a:cs typeface="Libre Baskerville"/>
                <a:sym typeface="Libre Baskerville"/>
              </a:rPr>
              <a:t>1</a:t>
            </a:r>
            <a:endParaRPr sz="1368">
              <a:solidFill>
                <a:schemeClr val="dk1"/>
              </a:solidFill>
              <a:latin typeface="Libre Baskerville"/>
              <a:ea typeface="Libre Baskerville"/>
              <a:cs typeface="Libre Baskerville"/>
              <a:sym typeface="Libre Baskerville"/>
            </a:endParaRPr>
          </a:p>
        </p:txBody>
      </p:sp>
      <p:sp>
        <p:nvSpPr>
          <p:cNvPr id="385" name="Google Shape;385;p34"/>
          <p:cNvSpPr/>
          <p:nvPr/>
        </p:nvSpPr>
        <p:spPr>
          <a:xfrm rot="5400000">
            <a:off x="410718" y="3651973"/>
            <a:ext cx="684600" cy="392100"/>
          </a:xfrm>
          <a:prstGeom prst="chevron">
            <a:avLst>
              <a:gd name="adj" fmla="val 50000"/>
            </a:avLst>
          </a:prstGeom>
          <a:solidFill>
            <a:schemeClr val="dk2"/>
          </a:solidFill>
          <a:ln>
            <a:noFill/>
          </a:ln>
        </p:spPr>
        <p:txBody>
          <a:bodyPr spcFirstLastPara="1" wrap="square" lIns="89350" tIns="89350" rIns="89350" bIns="89350" anchor="ctr" anchorCtr="0">
            <a:noAutofit/>
          </a:bodyPr>
          <a:lstStyle/>
          <a:p>
            <a:pPr marL="0" lvl="0" indent="0" algn="ctr" rtl="0">
              <a:spcBef>
                <a:spcPts val="0"/>
              </a:spcBef>
              <a:spcAft>
                <a:spcPts val="0"/>
              </a:spcAft>
              <a:buNone/>
            </a:pPr>
            <a:endParaRPr sz="1368">
              <a:latin typeface="Cairo"/>
              <a:ea typeface="Cairo"/>
              <a:cs typeface="Cairo"/>
              <a:sym typeface="Cairo"/>
            </a:endParaRPr>
          </a:p>
        </p:txBody>
      </p:sp>
      <p:sp>
        <p:nvSpPr>
          <p:cNvPr id="386" name="Google Shape;386;p34"/>
          <p:cNvSpPr txBox="1"/>
          <p:nvPr/>
        </p:nvSpPr>
        <p:spPr>
          <a:xfrm>
            <a:off x="557051" y="3679465"/>
            <a:ext cx="392100" cy="391200"/>
          </a:xfrm>
          <a:prstGeom prst="rect">
            <a:avLst/>
          </a:prstGeom>
          <a:noFill/>
          <a:ln>
            <a:noFill/>
          </a:ln>
        </p:spPr>
        <p:txBody>
          <a:bodyPr spcFirstLastPara="1" wrap="square" lIns="89350" tIns="89350" rIns="89350" bIns="89350" anchor="t" anchorCtr="0">
            <a:spAutoFit/>
          </a:bodyPr>
          <a:lstStyle/>
          <a:p>
            <a:pPr marL="0" lvl="0" indent="0" algn="ctr" rtl="0">
              <a:spcBef>
                <a:spcPts val="0"/>
              </a:spcBef>
              <a:spcAft>
                <a:spcPts val="0"/>
              </a:spcAft>
              <a:buNone/>
            </a:pPr>
            <a:r>
              <a:rPr lang="en" sz="1368">
                <a:solidFill>
                  <a:schemeClr val="dk1"/>
                </a:solidFill>
                <a:latin typeface="Libre Baskerville"/>
                <a:ea typeface="Libre Baskerville"/>
                <a:cs typeface="Libre Baskerville"/>
                <a:sym typeface="Libre Baskerville"/>
              </a:rPr>
              <a:t>4</a:t>
            </a:r>
            <a:endParaRPr sz="1368">
              <a:solidFill>
                <a:schemeClr val="dk1"/>
              </a:solidFill>
              <a:latin typeface="Libre Baskerville"/>
              <a:ea typeface="Libre Baskerville"/>
              <a:cs typeface="Libre Baskerville"/>
              <a:sym typeface="Libre Baskerville"/>
            </a:endParaRPr>
          </a:p>
        </p:txBody>
      </p:sp>
      <p:sp>
        <p:nvSpPr>
          <p:cNvPr id="387" name="Google Shape;387;p34"/>
          <p:cNvSpPr txBox="1"/>
          <p:nvPr/>
        </p:nvSpPr>
        <p:spPr>
          <a:xfrm>
            <a:off x="1048881" y="3505723"/>
            <a:ext cx="4107300" cy="372900"/>
          </a:xfrm>
          <a:prstGeom prst="rect">
            <a:avLst/>
          </a:prstGeom>
          <a:noFill/>
          <a:ln>
            <a:noFill/>
          </a:ln>
        </p:spPr>
        <p:txBody>
          <a:bodyPr spcFirstLastPara="1" wrap="square" lIns="89350" tIns="89350" rIns="89350" bIns="89350" anchor="t" anchorCtr="0">
            <a:spAutoFit/>
          </a:bodyPr>
          <a:lstStyle/>
          <a:p>
            <a:pPr marL="0" lvl="0" indent="0" algn="l" rtl="0">
              <a:spcBef>
                <a:spcPts val="0"/>
              </a:spcBef>
              <a:spcAft>
                <a:spcPts val="0"/>
              </a:spcAft>
              <a:buNone/>
            </a:pPr>
            <a:r>
              <a:rPr lang="en" sz="1270" b="1">
                <a:solidFill>
                  <a:schemeClr val="dk1"/>
                </a:solidFill>
                <a:latin typeface="Libre Baskerville"/>
                <a:ea typeface="Libre Baskerville"/>
                <a:cs typeface="Libre Baskerville"/>
                <a:sym typeface="Libre Baskerville"/>
              </a:rPr>
              <a:t>Client Envelope Chain</a:t>
            </a:r>
            <a:endParaRPr sz="1270" b="1">
              <a:solidFill>
                <a:schemeClr val="dk1"/>
              </a:solidFill>
              <a:latin typeface="Libre Baskerville"/>
              <a:ea typeface="Libre Baskerville"/>
              <a:cs typeface="Libre Baskerville"/>
              <a:sym typeface="Libre Baskerville"/>
            </a:endParaRPr>
          </a:p>
        </p:txBody>
      </p:sp>
      <p:sp>
        <p:nvSpPr>
          <p:cNvPr id="388" name="Google Shape;388;p34"/>
          <p:cNvSpPr txBox="1"/>
          <p:nvPr/>
        </p:nvSpPr>
        <p:spPr>
          <a:xfrm>
            <a:off x="1048883" y="3774168"/>
            <a:ext cx="7932300" cy="334500"/>
          </a:xfrm>
          <a:prstGeom prst="rect">
            <a:avLst/>
          </a:prstGeom>
          <a:noFill/>
          <a:ln>
            <a:noFill/>
          </a:ln>
        </p:spPr>
        <p:txBody>
          <a:bodyPr spcFirstLastPara="1" wrap="square" lIns="89350" tIns="89350" rIns="89350" bIns="89350" anchor="t" anchorCtr="0">
            <a:spAutoFit/>
          </a:bodyPr>
          <a:lstStyle/>
          <a:p>
            <a:pPr marL="0" lvl="0" indent="0" algn="l" rtl="0">
              <a:lnSpc>
                <a:spcPct val="162857"/>
              </a:lnSpc>
              <a:spcBef>
                <a:spcPts val="0"/>
              </a:spcBef>
              <a:spcAft>
                <a:spcPts val="0"/>
              </a:spcAft>
              <a:buNone/>
            </a:pPr>
            <a:r>
              <a:rPr lang="en" sz="1000">
                <a:solidFill>
                  <a:srgbClr val="49495A"/>
                </a:solidFill>
                <a:latin typeface="Libre Baskerville"/>
                <a:ea typeface="Libre Baskerville"/>
                <a:cs typeface="Libre Baskerville"/>
                <a:sym typeface="Libre Baskerville"/>
              </a:rPr>
              <a:t>Ensure all reports link correctly to their predecessors to detect missing, duplicated or out of order reports.</a:t>
            </a:r>
            <a:endParaRPr sz="1000">
              <a:solidFill>
                <a:srgbClr val="49495A"/>
              </a:solidFill>
              <a:latin typeface="Libre Baskerville"/>
              <a:ea typeface="Libre Baskerville"/>
              <a:cs typeface="Libre Baskerville"/>
              <a:sym typeface="Libre Baskerville"/>
            </a:endParaRPr>
          </a:p>
        </p:txBody>
      </p:sp>
      <p:sp>
        <p:nvSpPr>
          <p:cNvPr id="389" name="Google Shape;389;p34"/>
          <p:cNvSpPr txBox="1"/>
          <p:nvPr/>
        </p:nvSpPr>
        <p:spPr>
          <a:xfrm>
            <a:off x="451325" y="853618"/>
            <a:ext cx="73989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Libre Baskerville"/>
                <a:ea typeface="Libre Baskerville"/>
                <a:cs typeface="Libre Baskerville"/>
                <a:sym typeface="Libre Baskerville"/>
              </a:rPr>
              <a:t>For each </a:t>
            </a:r>
            <a:r>
              <a:rPr lang="en" sz="1200" b="1">
                <a:solidFill>
                  <a:schemeClr val="dk1"/>
                </a:solidFill>
                <a:latin typeface="Libre Baskerville"/>
                <a:ea typeface="Libre Baskerville"/>
                <a:cs typeface="Libre Baskerville"/>
                <a:sym typeface="Libre Baskerville"/>
              </a:rPr>
              <a:t>buffer</a:t>
            </a:r>
            <a:r>
              <a:rPr lang="en" sz="1200">
                <a:solidFill>
                  <a:schemeClr val="dk1"/>
                </a:solidFill>
                <a:latin typeface="Libre Baskerville"/>
                <a:ea typeface="Libre Baskerville"/>
                <a:cs typeface="Libre Baskerville"/>
                <a:sym typeface="Libre Baskerville"/>
              </a:rPr>
              <a:t> of envelopes (with encrypted reports and metadata) received</a:t>
            </a:r>
            <a:r>
              <a:rPr lang="en" sz="1200" b="1">
                <a:solidFill>
                  <a:schemeClr val="dk1"/>
                </a:solidFill>
                <a:latin typeface="Libre Baskerville"/>
                <a:ea typeface="Libre Baskerville"/>
                <a:cs typeface="Libre Baskerville"/>
                <a:sym typeface="Libre Baskerville"/>
              </a:rPr>
              <a:t> from clients</a:t>
            </a:r>
            <a:r>
              <a:rPr lang="en" sz="1200">
                <a:solidFill>
                  <a:schemeClr val="dk1"/>
                </a:solidFill>
                <a:latin typeface="Libre Baskerville"/>
                <a:ea typeface="Libre Baskerville"/>
                <a:cs typeface="Libre Baskerville"/>
                <a:sym typeface="Libre Baskerville"/>
              </a:rPr>
              <a:t>:</a:t>
            </a:r>
            <a:endParaRPr sz="1200">
              <a:solidFill>
                <a:schemeClr val="dk1"/>
              </a:solidFill>
              <a:latin typeface="Libre Baskerville"/>
              <a:ea typeface="Libre Baskerville"/>
              <a:cs typeface="Libre Baskerville"/>
              <a:sym typeface="Libre Baskervill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35"/>
          <p:cNvSpPr/>
          <p:nvPr/>
        </p:nvSpPr>
        <p:spPr>
          <a:xfrm rot="5400000">
            <a:off x="425235" y="3616202"/>
            <a:ext cx="684600" cy="392100"/>
          </a:xfrm>
          <a:prstGeom prst="chevron">
            <a:avLst>
              <a:gd name="adj" fmla="val 50000"/>
            </a:avLst>
          </a:prstGeom>
          <a:solidFill>
            <a:schemeClr val="dk2"/>
          </a:solidFill>
          <a:ln>
            <a:noFill/>
          </a:ln>
        </p:spPr>
        <p:txBody>
          <a:bodyPr spcFirstLastPara="1" wrap="square" lIns="89350" tIns="89350" rIns="89350" bIns="89350" anchor="ctr" anchorCtr="0">
            <a:noAutofit/>
          </a:bodyPr>
          <a:lstStyle/>
          <a:p>
            <a:pPr marL="0" lvl="0" indent="0" algn="ctr" rtl="0">
              <a:spcBef>
                <a:spcPts val="0"/>
              </a:spcBef>
              <a:spcAft>
                <a:spcPts val="0"/>
              </a:spcAft>
              <a:buNone/>
            </a:pPr>
            <a:endParaRPr sz="1368">
              <a:latin typeface="Cairo"/>
              <a:ea typeface="Cairo"/>
              <a:cs typeface="Cairo"/>
              <a:sym typeface="Cairo"/>
            </a:endParaRPr>
          </a:p>
        </p:txBody>
      </p:sp>
      <p:sp>
        <p:nvSpPr>
          <p:cNvPr id="395" name="Google Shape;395;p35"/>
          <p:cNvSpPr txBox="1"/>
          <p:nvPr/>
        </p:nvSpPr>
        <p:spPr>
          <a:xfrm>
            <a:off x="571568" y="3643694"/>
            <a:ext cx="392100" cy="391200"/>
          </a:xfrm>
          <a:prstGeom prst="rect">
            <a:avLst/>
          </a:prstGeom>
          <a:noFill/>
          <a:ln>
            <a:noFill/>
          </a:ln>
        </p:spPr>
        <p:txBody>
          <a:bodyPr spcFirstLastPara="1" wrap="square" lIns="89350" tIns="89350" rIns="89350" bIns="89350" anchor="t" anchorCtr="0">
            <a:spAutoFit/>
          </a:bodyPr>
          <a:lstStyle/>
          <a:p>
            <a:pPr marL="0" lvl="0" indent="0" algn="ctr" rtl="0">
              <a:spcBef>
                <a:spcPts val="0"/>
              </a:spcBef>
              <a:spcAft>
                <a:spcPts val="0"/>
              </a:spcAft>
              <a:buNone/>
            </a:pPr>
            <a:r>
              <a:rPr lang="en" sz="1368">
                <a:solidFill>
                  <a:schemeClr val="dk1"/>
                </a:solidFill>
                <a:latin typeface="Libre Baskerville"/>
                <a:ea typeface="Libre Baskerville"/>
                <a:cs typeface="Libre Baskerville"/>
                <a:sym typeface="Libre Baskerville"/>
              </a:rPr>
              <a:t>4</a:t>
            </a:r>
            <a:endParaRPr sz="1368">
              <a:solidFill>
                <a:schemeClr val="dk1"/>
              </a:solidFill>
              <a:latin typeface="Libre Baskerville"/>
              <a:ea typeface="Libre Baskerville"/>
              <a:cs typeface="Libre Baskerville"/>
              <a:sym typeface="Libre Baskerville"/>
            </a:endParaRPr>
          </a:p>
        </p:txBody>
      </p:sp>
      <p:sp>
        <p:nvSpPr>
          <p:cNvPr id="396" name="Google Shape;396;p35"/>
          <p:cNvSpPr/>
          <p:nvPr/>
        </p:nvSpPr>
        <p:spPr>
          <a:xfrm rot="5400000">
            <a:off x="425235" y="2875412"/>
            <a:ext cx="684600" cy="392100"/>
          </a:xfrm>
          <a:prstGeom prst="chevron">
            <a:avLst>
              <a:gd name="adj" fmla="val 50000"/>
            </a:avLst>
          </a:prstGeom>
          <a:solidFill>
            <a:schemeClr val="dk2"/>
          </a:solidFill>
          <a:ln>
            <a:noFill/>
          </a:ln>
        </p:spPr>
        <p:txBody>
          <a:bodyPr spcFirstLastPara="1" wrap="square" lIns="89350" tIns="89350" rIns="89350" bIns="89350" anchor="ctr" anchorCtr="0">
            <a:noAutofit/>
          </a:bodyPr>
          <a:lstStyle/>
          <a:p>
            <a:pPr marL="0" lvl="0" indent="0" algn="ctr" rtl="0">
              <a:spcBef>
                <a:spcPts val="0"/>
              </a:spcBef>
              <a:spcAft>
                <a:spcPts val="0"/>
              </a:spcAft>
              <a:buNone/>
            </a:pPr>
            <a:endParaRPr sz="1368">
              <a:latin typeface="Cairo"/>
              <a:ea typeface="Cairo"/>
              <a:cs typeface="Cairo"/>
              <a:sym typeface="Cairo"/>
            </a:endParaRPr>
          </a:p>
        </p:txBody>
      </p:sp>
      <p:sp>
        <p:nvSpPr>
          <p:cNvPr id="397" name="Google Shape;397;p35"/>
          <p:cNvSpPr txBox="1"/>
          <p:nvPr/>
        </p:nvSpPr>
        <p:spPr>
          <a:xfrm>
            <a:off x="571568" y="2902903"/>
            <a:ext cx="392100" cy="391200"/>
          </a:xfrm>
          <a:prstGeom prst="rect">
            <a:avLst/>
          </a:prstGeom>
          <a:noFill/>
          <a:ln>
            <a:noFill/>
          </a:ln>
        </p:spPr>
        <p:txBody>
          <a:bodyPr spcFirstLastPara="1" wrap="square" lIns="89350" tIns="89350" rIns="89350" bIns="89350" anchor="t" anchorCtr="0">
            <a:spAutoFit/>
          </a:bodyPr>
          <a:lstStyle/>
          <a:p>
            <a:pPr marL="0" lvl="0" indent="0" algn="ctr" rtl="0">
              <a:spcBef>
                <a:spcPts val="0"/>
              </a:spcBef>
              <a:spcAft>
                <a:spcPts val="0"/>
              </a:spcAft>
              <a:buNone/>
            </a:pPr>
            <a:r>
              <a:rPr lang="en" sz="1368">
                <a:solidFill>
                  <a:schemeClr val="dk1"/>
                </a:solidFill>
                <a:latin typeface="Libre Baskerville"/>
                <a:ea typeface="Libre Baskerville"/>
                <a:cs typeface="Libre Baskerville"/>
                <a:sym typeface="Libre Baskerville"/>
              </a:rPr>
              <a:t>3</a:t>
            </a:r>
            <a:endParaRPr sz="1368">
              <a:solidFill>
                <a:schemeClr val="dk1"/>
              </a:solidFill>
              <a:latin typeface="Libre Baskerville"/>
              <a:ea typeface="Libre Baskerville"/>
              <a:cs typeface="Libre Baskerville"/>
              <a:sym typeface="Libre Baskerville"/>
            </a:endParaRPr>
          </a:p>
        </p:txBody>
      </p:sp>
      <p:sp>
        <p:nvSpPr>
          <p:cNvPr id="398" name="Google Shape;398;p35"/>
          <p:cNvSpPr/>
          <p:nvPr/>
        </p:nvSpPr>
        <p:spPr>
          <a:xfrm rot="5400000">
            <a:off x="425235" y="2134621"/>
            <a:ext cx="684600" cy="392100"/>
          </a:xfrm>
          <a:prstGeom prst="chevron">
            <a:avLst>
              <a:gd name="adj" fmla="val 50000"/>
            </a:avLst>
          </a:prstGeom>
          <a:solidFill>
            <a:schemeClr val="dk2"/>
          </a:solidFill>
          <a:ln>
            <a:noFill/>
          </a:ln>
        </p:spPr>
        <p:txBody>
          <a:bodyPr spcFirstLastPara="1" wrap="square" lIns="89350" tIns="89350" rIns="89350" bIns="89350" anchor="ctr" anchorCtr="0">
            <a:noAutofit/>
          </a:bodyPr>
          <a:lstStyle/>
          <a:p>
            <a:pPr marL="0" lvl="0" indent="0" algn="ctr" rtl="0">
              <a:spcBef>
                <a:spcPts val="0"/>
              </a:spcBef>
              <a:spcAft>
                <a:spcPts val="0"/>
              </a:spcAft>
              <a:buNone/>
            </a:pPr>
            <a:endParaRPr sz="1368">
              <a:latin typeface="Cairo"/>
              <a:ea typeface="Cairo"/>
              <a:cs typeface="Cairo"/>
              <a:sym typeface="Cairo"/>
            </a:endParaRPr>
          </a:p>
        </p:txBody>
      </p:sp>
      <p:sp>
        <p:nvSpPr>
          <p:cNvPr id="399" name="Google Shape;399;p35"/>
          <p:cNvSpPr txBox="1"/>
          <p:nvPr/>
        </p:nvSpPr>
        <p:spPr>
          <a:xfrm>
            <a:off x="571568" y="2162112"/>
            <a:ext cx="392100" cy="391200"/>
          </a:xfrm>
          <a:prstGeom prst="rect">
            <a:avLst/>
          </a:prstGeom>
          <a:noFill/>
          <a:ln>
            <a:noFill/>
          </a:ln>
        </p:spPr>
        <p:txBody>
          <a:bodyPr spcFirstLastPara="1" wrap="square" lIns="89350" tIns="89350" rIns="89350" bIns="89350" anchor="t" anchorCtr="0">
            <a:spAutoFit/>
          </a:bodyPr>
          <a:lstStyle/>
          <a:p>
            <a:pPr marL="0" lvl="0" indent="0" algn="ctr" rtl="0">
              <a:spcBef>
                <a:spcPts val="0"/>
              </a:spcBef>
              <a:spcAft>
                <a:spcPts val="0"/>
              </a:spcAft>
              <a:buNone/>
            </a:pPr>
            <a:r>
              <a:rPr lang="en" sz="1368">
                <a:solidFill>
                  <a:schemeClr val="dk1"/>
                </a:solidFill>
                <a:latin typeface="Libre Baskerville"/>
                <a:ea typeface="Libre Baskerville"/>
                <a:cs typeface="Libre Baskerville"/>
                <a:sym typeface="Libre Baskerville"/>
              </a:rPr>
              <a:t>2</a:t>
            </a:r>
            <a:endParaRPr sz="1368">
              <a:solidFill>
                <a:schemeClr val="dk1"/>
              </a:solidFill>
              <a:latin typeface="Libre Baskerville"/>
              <a:ea typeface="Libre Baskerville"/>
              <a:cs typeface="Libre Baskerville"/>
              <a:sym typeface="Libre Baskerville"/>
            </a:endParaRPr>
          </a:p>
        </p:txBody>
      </p:sp>
      <p:sp>
        <p:nvSpPr>
          <p:cNvPr id="400" name="Google Shape;400;p3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10</a:t>
            </a:fld>
            <a:endParaRPr/>
          </a:p>
        </p:txBody>
      </p:sp>
      <p:sp>
        <p:nvSpPr>
          <p:cNvPr id="401" name="Google Shape;401;p35"/>
          <p:cNvSpPr txBox="1">
            <a:spLocks noGrp="1"/>
          </p:cNvSpPr>
          <p:nvPr>
            <p:ph type="title"/>
          </p:nvPr>
        </p:nvSpPr>
        <p:spPr>
          <a:xfrm>
            <a:off x="451325" y="339500"/>
            <a:ext cx="77040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Libre Baskerville"/>
                <a:ea typeface="Libre Baskerville"/>
                <a:cs typeface="Libre Baskerville"/>
                <a:sym typeface="Libre Baskerville"/>
              </a:rPr>
              <a:t>Client Verification Pipeline</a:t>
            </a:r>
            <a:endParaRPr>
              <a:latin typeface="Libre Baskerville"/>
              <a:ea typeface="Libre Baskerville"/>
              <a:cs typeface="Libre Baskerville"/>
              <a:sym typeface="Libre Baskerville"/>
            </a:endParaRPr>
          </a:p>
        </p:txBody>
      </p:sp>
      <p:sp>
        <p:nvSpPr>
          <p:cNvPr id="402" name="Google Shape;402;p35"/>
          <p:cNvSpPr/>
          <p:nvPr/>
        </p:nvSpPr>
        <p:spPr>
          <a:xfrm rot="5400000">
            <a:off x="425235" y="1393830"/>
            <a:ext cx="684600" cy="392100"/>
          </a:xfrm>
          <a:prstGeom prst="chevron">
            <a:avLst>
              <a:gd name="adj" fmla="val 50000"/>
            </a:avLst>
          </a:prstGeom>
          <a:solidFill>
            <a:schemeClr val="dk2"/>
          </a:solidFill>
          <a:ln>
            <a:noFill/>
          </a:ln>
        </p:spPr>
        <p:txBody>
          <a:bodyPr spcFirstLastPara="1" wrap="square" lIns="89350" tIns="89350" rIns="89350" bIns="89350" anchor="ctr" anchorCtr="0">
            <a:noAutofit/>
          </a:bodyPr>
          <a:lstStyle/>
          <a:p>
            <a:pPr marL="0" lvl="0" indent="0" algn="ctr" rtl="0">
              <a:spcBef>
                <a:spcPts val="0"/>
              </a:spcBef>
              <a:spcAft>
                <a:spcPts val="0"/>
              </a:spcAft>
              <a:buNone/>
            </a:pPr>
            <a:endParaRPr sz="1368">
              <a:latin typeface="Cairo"/>
              <a:ea typeface="Cairo"/>
              <a:cs typeface="Cairo"/>
              <a:sym typeface="Cairo"/>
            </a:endParaRPr>
          </a:p>
        </p:txBody>
      </p:sp>
      <p:sp>
        <p:nvSpPr>
          <p:cNvPr id="403" name="Google Shape;403;p35"/>
          <p:cNvSpPr txBox="1"/>
          <p:nvPr/>
        </p:nvSpPr>
        <p:spPr>
          <a:xfrm>
            <a:off x="1063397" y="1247580"/>
            <a:ext cx="4107300" cy="376200"/>
          </a:xfrm>
          <a:prstGeom prst="rect">
            <a:avLst/>
          </a:prstGeom>
          <a:noFill/>
          <a:ln>
            <a:noFill/>
          </a:ln>
        </p:spPr>
        <p:txBody>
          <a:bodyPr spcFirstLastPara="1" wrap="square" lIns="89350" tIns="89350" rIns="89350" bIns="89350" anchor="t" anchorCtr="0">
            <a:spAutoFit/>
          </a:bodyPr>
          <a:lstStyle/>
          <a:p>
            <a:pPr marL="0" lvl="0" indent="0" algn="l" rtl="0">
              <a:spcBef>
                <a:spcPts val="0"/>
              </a:spcBef>
              <a:spcAft>
                <a:spcPts val="0"/>
              </a:spcAft>
              <a:buNone/>
            </a:pPr>
            <a:r>
              <a:rPr lang="en" sz="1270" b="1">
                <a:solidFill>
                  <a:schemeClr val="dk1"/>
                </a:solidFill>
                <a:latin typeface="Libre Baskerville"/>
                <a:ea typeface="Libre Baskerville"/>
                <a:cs typeface="Libre Baskerville"/>
                <a:sym typeface="Libre Baskerville"/>
              </a:rPr>
              <a:t>Server Block Signature</a:t>
            </a:r>
            <a:endParaRPr sz="1270">
              <a:solidFill>
                <a:srgbClr val="49495A"/>
              </a:solidFill>
              <a:latin typeface="Libre Baskerville"/>
              <a:ea typeface="Libre Baskerville"/>
              <a:cs typeface="Libre Baskerville"/>
              <a:sym typeface="Libre Baskerville"/>
            </a:endParaRPr>
          </a:p>
        </p:txBody>
      </p:sp>
      <p:sp>
        <p:nvSpPr>
          <p:cNvPr id="404" name="Google Shape;404;p35"/>
          <p:cNvSpPr txBox="1"/>
          <p:nvPr/>
        </p:nvSpPr>
        <p:spPr>
          <a:xfrm>
            <a:off x="1063395" y="1516005"/>
            <a:ext cx="4160400" cy="340200"/>
          </a:xfrm>
          <a:prstGeom prst="rect">
            <a:avLst/>
          </a:prstGeom>
          <a:noFill/>
          <a:ln>
            <a:noFill/>
          </a:ln>
        </p:spPr>
        <p:txBody>
          <a:bodyPr spcFirstLastPara="1" wrap="square" lIns="89350" tIns="89350" rIns="89350" bIns="89350" anchor="t" anchorCtr="0">
            <a:spAutoFit/>
          </a:bodyPr>
          <a:lstStyle/>
          <a:p>
            <a:pPr marL="0" lvl="0" indent="0" algn="l" rtl="0">
              <a:lnSpc>
                <a:spcPct val="162857"/>
              </a:lnSpc>
              <a:spcBef>
                <a:spcPts val="0"/>
              </a:spcBef>
              <a:spcAft>
                <a:spcPts val="0"/>
              </a:spcAft>
              <a:buNone/>
            </a:pPr>
            <a:r>
              <a:rPr lang="en" sz="1036">
                <a:solidFill>
                  <a:srgbClr val="49495A"/>
                </a:solidFill>
                <a:latin typeface="Libre Baskerville"/>
                <a:ea typeface="Libre Baskerville"/>
                <a:cs typeface="Libre Baskerville"/>
                <a:sym typeface="Libre Baskerville"/>
              </a:rPr>
              <a:t>Verifies server's identity and sync result authenticity.</a:t>
            </a:r>
            <a:endParaRPr sz="1036">
              <a:solidFill>
                <a:srgbClr val="49495A"/>
              </a:solidFill>
              <a:latin typeface="Libre Baskerville"/>
              <a:ea typeface="Libre Baskerville"/>
              <a:cs typeface="Libre Baskerville"/>
              <a:sym typeface="Libre Baskerville"/>
            </a:endParaRPr>
          </a:p>
        </p:txBody>
      </p:sp>
      <p:sp>
        <p:nvSpPr>
          <p:cNvPr id="405" name="Google Shape;405;p35"/>
          <p:cNvSpPr txBox="1"/>
          <p:nvPr/>
        </p:nvSpPr>
        <p:spPr>
          <a:xfrm>
            <a:off x="1063397" y="1988371"/>
            <a:ext cx="4107300" cy="376200"/>
          </a:xfrm>
          <a:prstGeom prst="rect">
            <a:avLst/>
          </a:prstGeom>
          <a:noFill/>
          <a:ln>
            <a:noFill/>
          </a:ln>
        </p:spPr>
        <p:txBody>
          <a:bodyPr spcFirstLastPara="1" wrap="square" lIns="89350" tIns="89350" rIns="89350" bIns="89350" anchor="t" anchorCtr="0">
            <a:spAutoFit/>
          </a:bodyPr>
          <a:lstStyle/>
          <a:p>
            <a:pPr marL="0" lvl="0" indent="0" algn="l" rtl="0">
              <a:spcBef>
                <a:spcPts val="0"/>
              </a:spcBef>
              <a:spcAft>
                <a:spcPts val="0"/>
              </a:spcAft>
              <a:buNone/>
            </a:pPr>
            <a:r>
              <a:rPr lang="en" sz="1270" b="1">
                <a:solidFill>
                  <a:schemeClr val="dk1"/>
                </a:solidFill>
                <a:latin typeface="Libre Baskerville"/>
                <a:ea typeface="Libre Baskerville"/>
                <a:cs typeface="Libre Baskerville"/>
                <a:sym typeface="Libre Baskerville"/>
              </a:rPr>
              <a:t>Block Chain Continuity</a:t>
            </a:r>
            <a:endParaRPr sz="1270" b="1">
              <a:solidFill>
                <a:schemeClr val="dk1"/>
              </a:solidFill>
              <a:latin typeface="Libre Baskerville"/>
              <a:ea typeface="Libre Baskerville"/>
              <a:cs typeface="Libre Baskerville"/>
              <a:sym typeface="Libre Baskerville"/>
            </a:endParaRPr>
          </a:p>
        </p:txBody>
      </p:sp>
      <p:sp>
        <p:nvSpPr>
          <p:cNvPr id="406" name="Google Shape;406;p35"/>
          <p:cNvSpPr txBox="1"/>
          <p:nvPr/>
        </p:nvSpPr>
        <p:spPr>
          <a:xfrm>
            <a:off x="1063404" y="2256806"/>
            <a:ext cx="7704000" cy="340200"/>
          </a:xfrm>
          <a:prstGeom prst="rect">
            <a:avLst/>
          </a:prstGeom>
          <a:noFill/>
          <a:ln>
            <a:noFill/>
          </a:ln>
        </p:spPr>
        <p:txBody>
          <a:bodyPr spcFirstLastPara="1" wrap="square" lIns="89350" tIns="89350" rIns="89350" bIns="89350" anchor="t" anchorCtr="0">
            <a:spAutoFit/>
          </a:bodyPr>
          <a:lstStyle/>
          <a:p>
            <a:pPr marL="0" lvl="0" indent="0" algn="l" rtl="0">
              <a:lnSpc>
                <a:spcPct val="162857"/>
              </a:lnSpc>
              <a:spcBef>
                <a:spcPts val="0"/>
              </a:spcBef>
              <a:spcAft>
                <a:spcPts val="0"/>
              </a:spcAft>
              <a:buNone/>
            </a:pPr>
            <a:r>
              <a:rPr lang="en" sz="1036">
                <a:solidFill>
                  <a:srgbClr val="49495A"/>
                </a:solidFill>
                <a:latin typeface="Libre Baskerville"/>
                <a:ea typeface="Libre Baskerville"/>
                <a:cs typeface="Libre Baskerville"/>
                <a:sym typeface="Libre Baskerville"/>
              </a:rPr>
              <a:t>Ensures history continuity with the previous block root and sequence number and detects server equivocation.</a:t>
            </a:r>
            <a:endParaRPr sz="1036">
              <a:solidFill>
                <a:srgbClr val="49495A"/>
              </a:solidFill>
              <a:latin typeface="Libre Baskerville"/>
              <a:ea typeface="Libre Baskerville"/>
              <a:cs typeface="Libre Baskerville"/>
              <a:sym typeface="Libre Baskerville"/>
            </a:endParaRPr>
          </a:p>
        </p:txBody>
      </p:sp>
      <p:sp>
        <p:nvSpPr>
          <p:cNvPr id="407" name="Google Shape;407;p35"/>
          <p:cNvSpPr txBox="1"/>
          <p:nvPr/>
        </p:nvSpPr>
        <p:spPr>
          <a:xfrm>
            <a:off x="1063397" y="2729162"/>
            <a:ext cx="4107300" cy="376200"/>
          </a:xfrm>
          <a:prstGeom prst="rect">
            <a:avLst/>
          </a:prstGeom>
          <a:noFill/>
          <a:ln>
            <a:noFill/>
          </a:ln>
        </p:spPr>
        <p:txBody>
          <a:bodyPr spcFirstLastPara="1" wrap="square" lIns="89350" tIns="89350" rIns="89350" bIns="89350" anchor="t" anchorCtr="0">
            <a:spAutoFit/>
          </a:bodyPr>
          <a:lstStyle/>
          <a:p>
            <a:pPr marL="0" lvl="0" indent="0" algn="l" rtl="0">
              <a:spcBef>
                <a:spcPts val="0"/>
              </a:spcBef>
              <a:spcAft>
                <a:spcPts val="0"/>
              </a:spcAft>
              <a:buNone/>
            </a:pPr>
            <a:r>
              <a:rPr lang="en" sz="1270" b="1">
                <a:solidFill>
                  <a:schemeClr val="dk1"/>
                </a:solidFill>
                <a:latin typeface="Libre Baskerville"/>
                <a:ea typeface="Libre Baskerville"/>
                <a:cs typeface="Libre Baskerville"/>
                <a:sym typeface="Libre Baskerville"/>
              </a:rPr>
              <a:t>Block Merkle Root</a:t>
            </a:r>
            <a:endParaRPr sz="1270" b="1">
              <a:solidFill>
                <a:schemeClr val="dk1"/>
              </a:solidFill>
              <a:latin typeface="Libre Baskerville"/>
              <a:ea typeface="Libre Baskerville"/>
              <a:cs typeface="Libre Baskerville"/>
              <a:sym typeface="Libre Baskerville"/>
            </a:endParaRPr>
          </a:p>
        </p:txBody>
      </p:sp>
      <p:sp>
        <p:nvSpPr>
          <p:cNvPr id="408" name="Google Shape;408;p35"/>
          <p:cNvSpPr txBox="1"/>
          <p:nvPr/>
        </p:nvSpPr>
        <p:spPr>
          <a:xfrm>
            <a:off x="1063400" y="2997606"/>
            <a:ext cx="8012400" cy="340200"/>
          </a:xfrm>
          <a:prstGeom prst="rect">
            <a:avLst/>
          </a:prstGeom>
          <a:noFill/>
          <a:ln>
            <a:noFill/>
          </a:ln>
        </p:spPr>
        <p:txBody>
          <a:bodyPr spcFirstLastPara="1" wrap="square" lIns="89350" tIns="89350" rIns="89350" bIns="89350" anchor="t" anchorCtr="0">
            <a:spAutoFit/>
          </a:bodyPr>
          <a:lstStyle/>
          <a:p>
            <a:pPr marL="0" lvl="0" indent="0" algn="l" rtl="0">
              <a:lnSpc>
                <a:spcPct val="162857"/>
              </a:lnSpc>
              <a:spcBef>
                <a:spcPts val="0"/>
              </a:spcBef>
              <a:spcAft>
                <a:spcPts val="0"/>
              </a:spcAft>
              <a:buNone/>
            </a:pPr>
            <a:r>
              <a:rPr lang="en" sz="1036">
                <a:solidFill>
                  <a:srgbClr val="49495A"/>
                </a:solidFill>
                <a:latin typeface="Libre Baskerville"/>
                <a:ea typeface="Libre Baskerville"/>
                <a:cs typeface="Libre Baskerville"/>
                <a:sym typeface="Libre Baskerville"/>
              </a:rPr>
              <a:t>Recompute Merkle root from received ordered envelopes to confirm server has not reordered or omitted envelopes.</a:t>
            </a:r>
            <a:endParaRPr sz="1036">
              <a:solidFill>
                <a:srgbClr val="49495A"/>
              </a:solidFill>
              <a:latin typeface="Libre Baskerville"/>
              <a:ea typeface="Libre Baskerville"/>
              <a:cs typeface="Libre Baskerville"/>
              <a:sym typeface="Libre Baskerville"/>
            </a:endParaRPr>
          </a:p>
        </p:txBody>
      </p:sp>
      <p:sp>
        <p:nvSpPr>
          <p:cNvPr id="409" name="Google Shape;409;p35"/>
          <p:cNvSpPr txBox="1"/>
          <p:nvPr/>
        </p:nvSpPr>
        <p:spPr>
          <a:xfrm>
            <a:off x="1063385" y="3469952"/>
            <a:ext cx="4107300" cy="376200"/>
          </a:xfrm>
          <a:prstGeom prst="rect">
            <a:avLst/>
          </a:prstGeom>
          <a:noFill/>
          <a:ln>
            <a:noFill/>
          </a:ln>
        </p:spPr>
        <p:txBody>
          <a:bodyPr spcFirstLastPara="1" wrap="square" lIns="89350" tIns="89350" rIns="89350" bIns="89350" anchor="t" anchorCtr="0">
            <a:spAutoFit/>
          </a:bodyPr>
          <a:lstStyle/>
          <a:p>
            <a:pPr marL="0" lvl="0" indent="0" algn="l" rtl="0">
              <a:spcBef>
                <a:spcPts val="0"/>
              </a:spcBef>
              <a:spcAft>
                <a:spcPts val="0"/>
              </a:spcAft>
              <a:buNone/>
            </a:pPr>
            <a:r>
              <a:rPr lang="en" sz="1270" b="1">
                <a:solidFill>
                  <a:schemeClr val="dk1"/>
                </a:solidFill>
                <a:latin typeface="Libre Baskerville"/>
                <a:ea typeface="Libre Baskerville"/>
                <a:cs typeface="Libre Baskerville"/>
                <a:sym typeface="Libre Baskerville"/>
              </a:rPr>
              <a:t>Per-Node Buffer Signatures</a:t>
            </a:r>
            <a:endParaRPr sz="1270" b="1">
              <a:solidFill>
                <a:schemeClr val="dk1"/>
              </a:solidFill>
              <a:latin typeface="Libre Baskerville"/>
              <a:ea typeface="Libre Baskerville"/>
              <a:cs typeface="Libre Baskerville"/>
              <a:sym typeface="Libre Baskerville"/>
            </a:endParaRPr>
          </a:p>
        </p:txBody>
      </p:sp>
      <p:sp>
        <p:nvSpPr>
          <p:cNvPr id="410" name="Google Shape;410;p35"/>
          <p:cNvSpPr txBox="1"/>
          <p:nvPr/>
        </p:nvSpPr>
        <p:spPr>
          <a:xfrm>
            <a:off x="1063405" y="3738381"/>
            <a:ext cx="8012400" cy="340200"/>
          </a:xfrm>
          <a:prstGeom prst="rect">
            <a:avLst/>
          </a:prstGeom>
          <a:noFill/>
          <a:ln>
            <a:noFill/>
          </a:ln>
        </p:spPr>
        <p:txBody>
          <a:bodyPr spcFirstLastPara="1" wrap="square" lIns="89350" tIns="89350" rIns="89350" bIns="89350" anchor="t" anchorCtr="0">
            <a:spAutoFit/>
          </a:bodyPr>
          <a:lstStyle/>
          <a:p>
            <a:pPr marL="0" lvl="0" indent="0" algn="l" rtl="0">
              <a:lnSpc>
                <a:spcPct val="162857"/>
              </a:lnSpc>
              <a:spcBef>
                <a:spcPts val="0"/>
              </a:spcBef>
              <a:spcAft>
                <a:spcPts val="0"/>
              </a:spcAft>
              <a:buNone/>
            </a:pPr>
            <a:r>
              <a:rPr lang="en" sz="1036">
                <a:solidFill>
                  <a:srgbClr val="49495A"/>
                </a:solidFill>
                <a:latin typeface="Libre Baskerville"/>
                <a:ea typeface="Libre Baskerville"/>
                <a:cs typeface="Libre Baskerville"/>
                <a:sym typeface="Libre Baskerville"/>
              </a:rPr>
              <a:t>Verifies each buffer signature, preventing the server from fabricating buffers on behalf of nodes.</a:t>
            </a:r>
            <a:endParaRPr sz="1036">
              <a:solidFill>
                <a:srgbClr val="49495A"/>
              </a:solidFill>
              <a:latin typeface="Libre Baskerville"/>
              <a:ea typeface="Libre Baskerville"/>
              <a:cs typeface="Libre Baskerville"/>
              <a:sym typeface="Libre Baskerville"/>
            </a:endParaRPr>
          </a:p>
        </p:txBody>
      </p:sp>
      <p:sp>
        <p:nvSpPr>
          <p:cNvPr id="411" name="Google Shape;411;p35"/>
          <p:cNvSpPr txBox="1"/>
          <p:nvPr/>
        </p:nvSpPr>
        <p:spPr>
          <a:xfrm>
            <a:off x="571568" y="1421321"/>
            <a:ext cx="392100" cy="391200"/>
          </a:xfrm>
          <a:prstGeom prst="rect">
            <a:avLst/>
          </a:prstGeom>
          <a:noFill/>
          <a:ln>
            <a:noFill/>
          </a:ln>
        </p:spPr>
        <p:txBody>
          <a:bodyPr spcFirstLastPara="1" wrap="square" lIns="89350" tIns="89350" rIns="89350" bIns="89350" anchor="t" anchorCtr="0">
            <a:spAutoFit/>
          </a:bodyPr>
          <a:lstStyle/>
          <a:p>
            <a:pPr marL="0" lvl="0" indent="0" algn="ctr" rtl="0">
              <a:spcBef>
                <a:spcPts val="0"/>
              </a:spcBef>
              <a:spcAft>
                <a:spcPts val="0"/>
              </a:spcAft>
              <a:buNone/>
            </a:pPr>
            <a:r>
              <a:rPr lang="en" sz="1368">
                <a:solidFill>
                  <a:schemeClr val="dk1"/>
                </a:solidFill>
                <a:latin typeface="Libre Baskerville"/>
                <a:ea typeface="Libre Baskerville"/>
                <a:cs typeface="Libre Baskerville"/>
                <a:sym typeface="Libre Baskerville"/>
              </a:rPr>
              <a:t>1</a:t>
            </a:r>
            <a:endParaRPr sz="1368">
              <a:solidFill>
                <a:schemeClr val="dk1"/>
              </a:solidFill>
              <a:latin typeface="Libre Baskerville"/>
              <a:ea typeface="Libre Baskerville"/>
              <a:cs typeface="Libre Baskerville"/>
              <a:sym typeface="Libre Baskerville"/>
            </a:endParaRPr>
          </a:p>
        </p:txBody>
      </p:sp>
      <p:sp>
        <p:nvSpPr>
          <p:cNvPr id="412" name="Google Shape;412;p35"/>
          <p:cNvSpPr/>
          <p:nvPr/>
        </p:nvSpPr>
        <p:spPr>
          <a:xfrm rot="5400000">
            <a:off x="425235" y="4356993"/>
            <a:ext cx="684600" cy="392100"/>
          </a:xfrm>
          <a:prstGeom prst="chevron">
            <a:avLst>
              <a:gd name="adj" fmla="val 50000"/>
            </a:avLst>
          </a:prstGeom>
          <a:solidFill>
            <a:schemeClr val="dk2"/>
          </a:solidFill>
          <a:ln>
            <a:noFill/>
          </a:ln>
        </p:spPr>
        <p:txBody>
          <a:bodyPr spcFirstLastPara="1" wrap="square" lIns="89350" tIns="89350" rIns="89350" bIns="89350" anchor="ctr" anchorCtr="0">
            <a:noAutofit/>
          </a:bodyPr>
          <a:lstStyle/>
          <a:p>
            <a:pPr marL="0" lvl="0" indent="0" algn="ctr" rtl="0">
              <a:spcBef>
                <a:spcPts val="0"/>
              </a:spcBef>
              <a:spcAft>
                <a:spcPts val="0"/>
              </a:spcAft>
              <a:buNone/>
            </a:pPr>
            <a:endParaRPr sz="1368">
              <a:latin typeface="Cairo"/>
              <a:ea typeface="Cairo"/>
              <a:cs typeface="Cairo"/>
              <a:sym typeface="Cairo"/>
            </a:endParaRPr>
          </a:p>
        </p:txBody>
      </p:sp>
      <p:sp>
        <p:nvSpPr>
          <p:cNvPr id="413" name="Google Shape;413;p35"/>
          <p:cNvSpPr txBox="1"/>
          <p:nvPr/>
        </p:nvSpPr>
        <p:spPr>
          <a:xfrm>
            <a:off x="571568" y="4384485"/>
            <a:ext cx="392100" cy="391200"/>
          </a:xfrm>
          <a:prstGeom prst="rect">
            <a:avLst/>
          </a:prstGeom>
          <a:noFill/>
          <a:ln>
            <a:noFill/>
          </a:ln>
        </p:spPr>
        <p:txBody>
          <a:bodyPr spcFirstLastPara="1" wrap="square" lIns="89350" tIns="89350" rIns="89350" bIns="89350" anchor="t" anchorCtr="0">
            <a:spAutoFit/>
          </a:bodyPr>
          <a:lstStyle/>
          <a:p>
            <a:pPr marL="0" lvl="0" indent="0" algn="ctr" rtl="0">
              <a:spcBef>
                <a:spcPts val="0"/>
              </a:spcBef>
              <a:spcAft>
                <a:spcPts val="0"/>
              </a:spcAft>
              <a:buNone/>
            </a:pPr>
            <a:r>
              <a:rPr lang="en" sz="1368">
                <a:solidFill>
                  <a:schemeClr val="dk1"/>
                </a:solidFill>
                <a:latin typeface="Libre Baskerville"/>
                <a:ea typeface="Libre Baskerville"/>
                <a:cs typeface="Libre Baskerville"/>
                <a:sym typeface="Libre Baskerville"/>
              </a:rPr>
              <a:t>5</a:t>
            </a:r>
            <a:endParaRPr sz="1368">
              <a:solidFill>
                <a:schemeClr val="dk1"/>
              </a:solidFill>
              <a:latin typeface="Libre Baskerville"/>
              <a:ea typeface="Libre Baskerville"/>
              <a:cs typeface="Libre Baskerville"/>
              <a:sym typeface="Libre Baskerville"/>
            </a:endParaRPr>
          </a:p>
        </p:txBody>
      </p:sp>
      <p:sp>
        <p:nvSpPr>
          <p:cNvPr id="414" name="Google Shape;414;p35"/>
          <p:cNvSpPr txBox="1"/>
          <p:nvPr/>
        </p:nvSpPr>
        <p:spPr>
          <a:xfrm>
            <a:off x="1063385" y="4210743"/>
            <a:ext cx="4107300" cy="376200"/>
          </a:xfrm>
          <a:prstGeom prst="rect">
            <a:avLst/>
          </a:prstGeom>
          <a:noFill/>
          <a:ln>
            <a:noFill/>
          </a:ln>
        </p:spPr>
        <p:txBody>
          <a:bodyPr spcFirstLastPara="1" wrap="square" lIns="89350" tIns="89350" rIns="89350" bIns="89350" anchor="t" anchorCtr="0">
            <a:spAutoFit/>
          </a:bodyPr>
          <a:lstStyle/>
          <a:p>
            <a:pPr marL="0" lvl="0" indent="0" algn="l" rtl="0">
              <a:spcBef>
                <a:spcPts val="0"/>
              </a:spcBef>
              <a:spcAft>
                <a:spcPts val="0"/>
              </a:spcAft>
              <a:buNone/>
            </a:pPr>
            <a:r>
              <a:rPr lang="en" sz="1270" b="1">
                <a:solidFill>
                  <a:schemeClr val="dk1"/>
                </a:solidFill>
                <a:latin typeface="Libre Baskerville"/>
                <a:ea typeface="Libre Baskerville"/>
                <a:cs typeface="Libre Baskerville"/>
                <a:sym typeface="Libre Baskerville"/>
              </a:rPr>
              <a:t>Per-Sender Hash Chains &amp; Continuity</a:t>
            </a:r>
            <a:endParaRPr sz="1270" b="1">
              <a:solidFill>
                <a:schemeClr val="dk1"/>
              </a:solidFill>
              <a:latin typeface="Libre Baskerville"/>
              <a:ea typeface="Libre Baskerville"/>
              <a:cs typeface="Libre Baskerville"/>
              <a:sym typeface="Libre Baskerville"/>
            </a:endParaRPr>
          </a:p>
        </p:txBody>
      </p:sp>
      <p:sp>
        <p:nvSpPr>
          <p:cNvPr id="415" name="Google Shape;415;p35"/>
          <p:cNvSpPr txBox="1"/>
          <p:nvPr/>
        </p:nvSpPr>
        <p:spPr>
          <a:xfrm>
            <a:off x="1063400" y="4479181"/>
            <a:ext cx="8080500" cy="340200"/>
          </a:xfrm>
          <a:prstGeom prst="rect">
            <a:avLst/>
          </a:prstGeom>
          <a:noFill/>
          <a:ln>
            <a:noFill/>
          </a:ln>
        </p:spPr>
        <p:txBody>
          <a:bodyPr spcFirstLastPara="1" wrap="square" lIns="89350" tIns="89350" rIns="89350" bIns="89350" anchor="t" anchorCtr="0">
            <a:spAutoFit/>
          </a:bodyPr>
          <a:lstStyle/>
          <a:p>
            <a:pPr marL="0" lvl="0" indent="0" algn="l" rtl="0">
              <a:lnSpc>
                <a:spcPct val="162857"/>
              </a:lnSpc>
              <a:spcBef>
                <a:spcPts val="0"/>
              </a:spcBef>
              <a:spcAft>
                <a:spcPts val="0"/>
              </a:spcAft>
              <a:buNone/>
            </a:pPr>
            <a:r>
              <a:rPr lang="en" sz="1036">
                <a:solidFill>
                  <a:srgbClr val="49495A"/>
                </a:solidFill>
                <a:latin typeface="Libre Baskerville"/>
                <a:ea typeface="Libre Baskerville"/>
                <a:cs typeface="Libre Baskerville"/>
                <a:sym typeface="Libre Baskerville"/>
              </a:rPr>
              <a:t>Using the previous envelope hash and sequence number, detects missing, duplicated or reordered reports per sender.</a:t>
            </a:r>
            <a:endParaRPr sz="1036">
              <a:solidFill>
                <a:srgbClr val="49495A"/>
              </a:solidFill>
              <a:latin typeface="Libre Baskerville"/>
              <a:ea typeface="Libre Baskerville"/>
              <a:cs typeface="Libre Baskerville"/>
              <a:sym typeface="Libre Baskerville"/>
            </a:endParaRPr>
          </a:p>
        </p:txBody>
      </p:sp>
      <p:sp>
        <p:nvSpPr>
          <p:cNvPr id="416" name="Google Shape;416;p35"/>
          <p:cNvSpPr txBox="1"/>
          <p:nvPr/>
        </p:nvSpPr>
        <p:spPr>
          <a:xfrm>
            <a:off x="451325" y="853625"/>
            <a:ext cx="8434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Libre Baskerville"/>
                <a:ea typeface="Libre Baskerville"/>
                <a:cs typeface="Libre Baskerville"/>
                <a:sym typeface="Libre Baskerville"/>
              </a:rPr>
              <a:t>For each </a:t>
            </a:r>
            <a:r>
              <a:rPr lang="en" sz="1200" b="1">
                <a:solidFill>
                  <a:schemeClr val="dk1"/>
                </a:solidFill>
                <a:latin typeface="Libre Baskerville"/>
                <a:ea typeface="Libre Baskerville"/>
                <a:cs typeface="Libre Baskerville"/>
                <a:sym typeface="Libre Baskerville"/>
              </a:rPr>
              <a:t>block</a:t>
            </a:r>
            <a:r>
              <a:rPr lang="en" sz="1200">
                <a:solidFill>
                  <a:schemeClr val="dk1"/>
                </a:solidFill>
                <a:latin typeface="Libre Baskerville"/>
                <a:ea typeface="Libre Baskerville"/>
                <a:cs typeface="Libre Baskerville"/>
                <a:sym typeface="Libre Baskerville"/>
              </a:rPr>
              <a:t> of ordered envelopes (with encrypted reports and metadata) received </a:t>
            </a:r>
            <a:r>
              <a:rPr lang="en" sz="1200" b="1">
                <a:solidFill>
                  <a:schemeClr val="dk1"/>
                </a:solidFill>
                <a:latin typeface="Libre Baskerville"/>
                <a:ea typeface="Libre Baskerville"/>
                <a:cs typeface="Libre Baskerville"/>
                <a:sym typeface="Libre Baskerville"/>
              </a:rPr>
              <a:t>from the server</a:t>
            </a:r>
            <a:r>
              <a:rPr lang="en" sz="1200">
                <a:solidFill>
                  <a:schemeClr val="dk1"/>
                </a:solidFill>
                <a:latin typeface="Libre Baskerville"/>
                <a:ea typeface="Libre Baskerville"/>
                <a:cs typeface="Libre Baskerville"/>
                <a:sym typeface="Libre Baskerville"/>
              </a:rPr>
              <a:t>:</a:t>
            </a:r>
            <a:endParaRPr sz="1200">
              <a:solidFill>
                <a:schemeClr val="dk1"/>
              </a:solidFill>
              <a:latin typeface="Libre Baskerville"/>
              <a:ea typeface="Libre Baskerville"/>
              <a:cs typeface="Libre Baskerville"/>
              <a:sym typeface="Libre Baskervill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pic>
        <p:nvPicPr>
          <p:cNvPr id="421" name="Google Shape;421;p36"/>
          <p:cNvPicPr preferRelativeResize="0"/>
          <p:nvPr/>
        </p:nvPicPr>
        <p:blipFill>
          <a:blip r:embed="rId3">
            <a:alphaModFix/>
          </a:blip>
          <a:stretch>
            <a:fillRect/>
          </a:stretch>
        </p:blipFill>
        <p:spPr>
          <a:xfrm flipH="1">
            <a:off x="10" y="0"/>
            <a:ext cx="3405191" cy="5143500"/>
          </a:xfrm>
          <a:prstGeom prst="rect">
            <a:avLst/>
          </a:prstGeom>
          <a:noFill/>
          <a:ln>
            <a:noFill/>
          </a:ln>
        </p:spPr>
      </p:pic>
      <p:sp>
        <p:nvSpPr>
          <p:cNvPr id="422" name="Google Shape;422;p36"/>
          <p:cNvSpPr txBox="1">
            <a:spLocks noGrp="1"/>
          </p:cNvSpPr>
          <p:nvPr>
            <p:ph type="title"/>
          </p:nvPr>
        </p:nvSpPr>
        <p:spPr>
          <a:xfrm>
            <a:off x="4047175" y="2388500"/>
            <a:ext cx="4943100" cy="242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a:latin typeface="Libre Baskerville"/>
                <a:ea typeface="Libre Baskerville"/>
                <a:cs typeface="Libre Baskerville"/>
                <a:sym typeface="Libre Baskerville"/>
              </a:rPr>
              <a:t>Infrastructure, Secure Channels &amp; PKI</a:t>
            </a:r>
            <a:endParaRPr sz="4000">
              <a:latin typeface="Libre Baskerville"/>
              <a:ea typeface="Libre Baskerville"/>
              <a:cs typeface="Libre Baskerville"/>
              <a:sym typeface="Libre Baskerville"/>
            </a:endParaRPr>
          </a:p>
        </p:txBody>
      </p:sp>
      <p:sp>
        <p:nvSpPr>
          <p:cNvPr id="423" name="Google Shape;423;p36"/>
          <p:cNvSpPr txBox="1">
            <a:spLocks noGrp="1"/>
          </p:cNvSpPr>
          <p:nvPr>
            <p:ph type="title" idx="2"/>
          </p:nvPr>
        </p:nvSpPr>
        <p:spPr>
          <a:xfrm>
            <a:off x="4047175" y="1438750"/>
            <a:ext cx="1230300" cy="88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Libre Baskerville"/>
                <a:ea typeface="Libre Baskerville"/>
                <a:cs typeface="Libre Baskerville"/>
                <a:sym typeface="Libre Baskerville"/>
              </a:rPr>
              <a:t>04</a:t>
            </a:r>
            <a:endParaRPr>
              <a:latin typeface="Libre Baskerville"/>
              <a:ea typeface="Libre Baskerville"/>
              <a:cs typeface="Libre Baskerville"/>
              <a:sym typeface="Libre Baskerville"/>
            </a:endParaRPr>
          </a:p>
        </p:txBody>
      </p:sp>
      <p:grpSp>
        <p:nvGrpSpPr>
          <p:cNvPr id="424" name="Google Shape;424;p36"/>
          <p:cNvGrpSpPr/>
          <p:nvPr/>
        </p:nvGrpSpPr>
        <p:grpSpPr>
          <a:xfrm rot="756538">
            <a:off x="5159567" y="-1610422"/>
            <a:ext cx="4574157" cy="3479412"/>
            <a:chOff x="1522650" y="1117750"/>
            <a:chExt cx="4574075" cy="3479350"/>
          </a:xfrm>
        </p:grpSpPr>
        <p:sp>
          <p:nvSpPr>
            <p:cNvPr id="425" name="Google Shape;425;p36"/>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6"/>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7" name="Google Shape;427;p3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37"/>
          <p:cNvSpPr txBox="1"/>
          <p:nvPr/>
        </p:nvSpPr>
        <p:spPr>
          <a:xfrm>
            <a:off x="4722600" y="1065150"/>
            <a:ext cx="4421400" cy="3609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50" b="1">
                <a:latin typeface="Libre Baskerville"/>
                <a:ea typeface="Libre Baskerville"/>
                <a:cs typeface="Libre Baskerville"/>
                <a:sym typeface="Libre Baskerville"/>
              </a:rPr>
              <a:t>Communication Flow</a:t>
            </a:r>
            <a:endParaRPr sz="1250" b="1">
              <a:latin typeface="Libre Baskerville"/>
              <a:ea typeface="Libre Baskerville"/>
              <a:cs typeface="Libre Baskerville"/>
              <a:sym typeface="Libre Baskerville"/>
            </a:endParaRPr>
          </a:p>
          <a:p>
            <a:pPr marL="0" lvl="0" indent="0" algn="l" rtl="0">
              <a:spcBef>
                <a:spcPts val="0"/>
              </a:spcBef>
              <a:spcAft>
                <a:spcPts val="0"/>
              </a:spcAft>
              <a:buNone/>
            </a:pPr>
            <a:r>
              <a:rPr lang="en" sz="1000" i="1">
                <a:solidFill>
                  <a:srgbClr val="49495A"/>
                </a:solidFill>
                <a:latin typeface="Libre Baskerville"/>
                <a:ea typeface="Libre Baskerville"/>
                <a:cs typeface="Libre Baskerville"/>
                <a:sym typeface="Libre Baskerville"/>
              </a:rPr>
              <a:t>Client Nodes → Monitor (Gateway) → Server → Database</a:t>
            </a:r>
            <a:endParaRPr sz="1000" i="1">
              <a:solidFill>
                <a:srgbClr val="49495A"/>
              </a:solidFill>
              <a:latin typeface="Libre Baskerville"/>
              <a:ea typeface="Libre Baskerville"/>
              <a:cs typeface="Libre Baskerville"/>
              <a:sym typeface="Libre Baskerville"/>
            </a:endParaRPr>
          </a:p>
          <a:p>
            <a:pPr marL="0" lvl="0" indent="0" algn="l" rtl="0">
              <a:spcBef>
                <a:spcPts val="0"/>
              </a:spcBef>
              <a:spcAft>
                <a:spcPts val="0"/>
              </a:spcAft>
              <a:buNone/>
            </a:pPr>
            <a:r>
              <a:rPr lang="en" sz="1000" i="1">
                <a:solidFill>
                  <a:srgbClr val="49495A"/>
                </a:solidFill>
                <a:latin typeface="Libre Baskerville"/>
                <a:ea typeface="Libre Baskerville"/>
                <a:cs typeface="Libre Baskerville"/>
                <a:sym typeface="Libre Baskerville"/>
              </a:rPr>
              <a:t>Database → Server → Monitor (Gateway) → Client Nodes</a:t>
            </a:r>
            <a:endParaRPr sz="1000" i="1">
              <a:solidFill>
                <a:srgbClr val="49495A"/>
              </a:solidFill>
              <a:latin typeface="Libre Baskerville"/>
              <a:ea typeface="Libre Baskerville"/>
              <a:cs typeface="Libre Baskerville"/>
              <a:sym typeface="Libre Baskerville"/>
            </a:endParaRPr>
          </a:p>
          <a:p>
            <a:pPr marL="0" lvl="0" indent="0" algn="l" rtl="0">
              <a:spcBef>
                <a:spcPts val="0"/>
              </a:spcBef>
              <a:spcAft>
                <a:spcPts val="0"/>
              </a:spcAft>
              <a:buNone/>
            </a:pPr>
            <a:r>
              <a:rPr lang="en" sz="1000">
                <a:solidFill>
                  <a:srgbClr val="49495A"/>
                </a:solidFill>
                <a:latin typeface="Libre Baskerville"/>
                <a:ea typeface="Libre Baskerville"/>
                <a:cs typeface="Libre Baskerville"/>
                <a:sym typeface="Libre Baskerville"/>
              </a:rPr>
              <a:t>Clear separation of roles and network segments.</a:t>
            </a:r>
            <a:endParaRPr sz="1000">
              <a:solidFill>
                <a:srgbClr val="49495A"/>
              </a:solidFill>
              <a:latin typeface="Libre Baskerville"/>
              <a:ea typeface="Libre Baskerville"/>
              <a:cs typeface="Libre Baskerville"/>
              <a:sym typeface="Libre Baskerville"/>
            </a:endParaRPr>
          </a:p>
          <a:p>
            <a:pPr marL="0" lvl="0" indent="0" algn="l" rtl="0">
              <a:spcBef>
                <a:spcPts val="0"/>
              </a:spcBef>
              <a:spcAft>
                <a:spcPts val="0"/>
              </a:spcAft>
              <a:buNone/>
            </a:pPr>
            <a:endParaRPr sz="1000">
              <a:latin typeface="Libre Baskerville"/>
              <a:ea typeface="Libre Baskerville"/>
              <a:cs typeface="Libre Baskerville"/>
              <a:sym typeface="Libre Baskerville"/>
            </a:endParaRPr>
          </a:p>
          <a:p>
            <a:pPr marL="0" lvl="0" indent="0" algn="l" rtl="0">
              <a:spcBef>
                <a:spcPts val="0"/>
              </a:spcBef>
              <a:spcAft>
                <a:spcPts val="0"/>
              </a:spcAft>
              <a:buNone/>
            </a:pPr>
            <a:r>
              <a:rPr lang="en" sz="1250" b="1">
                <a:latin typeface="Libre Baskerville"/>
                <a:ea typeface="Libre Baskerville"/>
                <a:cs typeface="Libre Baskerville"/>
                <a:sym typeface="Libre Baskerville"/>
              </a:rPr>
              <a:t>Monitor as gateway</a:t>
            </a:r>
            <a:endParaRPr sz="1250" b="1">
              <a:latin typeface="Libre Baskerville"/>
              <a:ea typeface="Libre Baskerville"/>
              <a:cs typeface="Libre Baskerville"/>
              <a:sym typeface="Libre Baskerville"/>
            </a:endParaRPr>
          </a:p>
          <a:p>
            <a:pPr marL="0" lvl="0" indent="0" algn="l" rtl="0">
              <a:spcBef>
                <a:spcPts val="0"/>
              </a:spcBef>
              <a:spcAft>
                <a:spcPts val="0"/>
              </a:spcAft>
              <a:buNone/>
            </a:pPr>
            <a:r>
              <a:rPr lang="en" sz="1000">
                <a:solidFill>
                  <a:srgbClr val="49495A"/>
                </a:solidFill>
                <a:latin typeface="Libre Baskerville"/>
                <a:ea typeface="Libre Baskerville"/>
                <a:cs typeface="Libre Baskerville"/>
                <a:sym typeface="Libre Baskerville"/>
              </a:rPr>
              <a:t>All node traffic passes through the monitor, which performs </a:t>
            </a:r>
            <a:endParaRPr sz="1000">
              <a:solidFill>
                <a:srgbClr val="49495A"/>
              </a:solidFill>
              <a:latin typeface="Libre Baskerville"/>
              <a:ea typeface="Libre Baskerville"/>
              <a:cs typeface="Libre Baskerville"/>
              <a:sym typeface="Libre Baskerville"/>
            </a:endParaRPr>
          </a:p>
          <a:p>
            <a:pPr marL="0" lvl="0" indent="0" algn="l" rtl="0">
              <a:spcBef>
                <a:spcPts val="0"/>
              </a:spcBef>
              <a:spcAft>
                <a:spcPts val="0"/>
              </a:spcAft>
              <a:buNone/>
            </a:pPr>
            <a:r>
              <a:rPr lang="en" sz="1000">
                <a:solidFill>
                  <a:srgbClr val="49495A"/>
                </a:solidFill>
                <a:latin typeface="Libre Baskerville"/>
                <a:ea typeface="Libre Baskerville"/>
                <a:cs typeface="Libre Baskerville"/>
                <a:sym typeface="Libre Baskerville"/>
              </a:rPr>
              <a:t>NAT and forwarding, while supervising the network and enforcing policies.</a:t>
            </a:r>
            <a:endParaRPr sz="1000">
              <a:solidFill>
                <a:srgbClr val="49495A"/>
              </a:solidFill>
              <a:latin typeface="Libre Baskerville"/>
              <a:ea typeface="Libre Baskerville"/>
              <a:cs typeface="Libre Baskerville"/>
              <a:sym typeface="Libre Baskerville"/>
            </a:endParaRPr>
          </a:p>
          <a:p>
            <a:pPr marL="0" lvl="0" indent="0" algn="l" rtl="0">
              <a:spcBef>
                <a:spcPts val="0"/>
              </a:spcBef>
              <a:spcAft>
                <a:spcPts val="0"/>
              </a:spcAft>
              <a:buNone/>
            </a:pPr>
            <a:endParaRPr sz="1000">
              <a:latin typeface="Libre Baskerville"/>
              <a:ea typeface="Libre Baskerville"/>
              <a:cs typeface="Libre Baskerville"/>
              <a:sym typeface="Libre Baskerville"/>
            </a:endParaRPr>
          </a:p>
          <a:p>
            <a:pPr marL="0" lvl="0" indent="0" algn="l" rtl="0">
              <a:spcBef>
                <a:spcPts val="0"/>
              </a:spcBef>
              <a:spcAft>
                <a:spcPts val="0"/>
              </a:spcAft>
              <a:buNone/>
            </a:pPr>
            <a:r>
              <a:rPr lang="en" sz="1250" b="1">
                <a:latin typeface="Libre Baskerville"/>
                <a:ea typeface="Libre Baskerville"/>
                <a:cs typeface="Libre Baskerville"/>
                <a:sym typeface="Libre Baskerville"/>
              </a:rPr>
              <a:t>Minimal attack surface</a:t>
            </a:r>
            <a:endParaRPr sz="1250">
              <a:latin typeface="Libre Baskerville"/>
              <a:ea typeface="Libre Baskerville"/>
              <a:cs typeface="Libre Baskerville"/>
              <a:sym typeface="Libre Baskerville"/>
            </a:endParaRPr>
          </a:p>
          <a:p>
            <a:pPr marL="0" lvl="0" indent="0" algn="l" rtl="0">
              <a:spcBef>
                <a:spcPts val="0"/>
              </a:spcBef>
              <a:spcAft>
                <a:spcPts val="0"/>
              </a:spcAft>
              <a:buNone/>
            </a:pPr>
            <a:r>
              <a:rPr lang="en" sz="1000">
                <a:solidFill>
                  <a:srgbClr val="49495A"/>
                </a:solidFill>
                <a:latin typeface="Libre Baskerville"/>
                <a:ea typeface="Libre Baskerville"/>
                <a:cs typeface="Libre Baskerville"/>
                <a:sym typeface="Libre Baskerville"/>
              </a:rPr>
              <a:t>Server exposes only port 9090, reachable only from the monitor.</a:t>
            </a:r>
            <a:endParaRPr sz="1000">
              <a:solidFill>
                <a:srgbClr val="49495A"/>
              </a:solidFill>
              <a:latin typeface="Libre Baskerville"/>
              <a:ea typeface="Libre Baskerville"/>
              <a:cs typeface="Libre Baskerville"/>
              <a:sym typeface="Libre Baskerville"/>
            </a:endParaRPr>
          </a:p>
          <a:p>
            <a:pPr marL="0" lvl="0" indent="0" algn="l" rtl="0">
              <a:spcBef>
                <a:spcPts val="0"/>
              </a:spcBef>
              <a:spcAft>
                <a:spcPts val="0"/>
              </a:spcAft>
              <a:buNone/>
            </a:pPr>
            <a:r>
              <a:rPr lang="en" sz="1000">
                <a:solidFill>
                  <a:srgbClr val="49495A"/>
                </a:solidFill>
                <a:latin typeface="Libre Baskerville"/>
                <a:ea typeface="Libre Baskerville"/>
                <a:cs typeface="Libre Baskerville"/>
                <a:sym typeface="Libre Baskerville"/>
              </a:rPr>
              <a:t>Database reachable only from the server on 5432.</a:t>
            </a:r>
            <a:endParaRPr sz="1000">
              <a:solidFill>
                <a:srgbClr val="49495A"/>
              </a:solidFill>
              <a:latin typeface="Libre Baskerville"/>
              <a:ea typeface="Libre Baskerville"/>
              <a:cs typeface="Libre Baskerville"/>
              <a:sym typeface="Libre Baskerville"/>
            </a:endParaRPr>
          </a:p>
          <a:p>
            <a:pPr marL="0" lvl="0" indent="0" algn="l" rtl="0">
              <a:spcBef>
                <a:spcPts val="0"/>
              </a:spcBef>
              <a:spcAft>
                <a:spcPts val="0"/>
              </a:spcAft>
              <a:buNone/>
            </a:pPr>
            <a:endParaRPr sz="1000">
              <a:latin typeface="Libre Baskerville"/>
              <a:ea typeface="Libre Baskerville"/>
              <a:cs typeface="Libre Baskerville"/>
              <a:sym typeface="Libre Baskerville"/>
            </a:endParaRPr>
          </a:p>
          <a:p>
            <a:pPr marL="0" lvl="0" indent="0" algn="l" rtl="0">
              <a:spcBef>
                <a:spcPts val="0"/>
              </a:spcBef>
              <a:spcAft>
                <a:spcPts val="0"/>
              </a:spcAft>
              <a:buNone/>
            </a:pPr>
            <a:r>
              <a:rPr lang="en" sz="1250" b="1">
                <a:latin typeface="Libre Baskerville"/>
                <a:ea typeface="Libre Baskerville"/>
                <a:cs typeface="Libre Baskerville"/>
                <a:sym typeface="Libre Baskerville"/>
              </a:rPr>
              <a:t>Strong isolation</a:t>
            </a:r>
            <a:endParaRPr sz="1250">
              <a:latin typeface="Libre Baskerville"/>
              <a:ea typeface="Libre Baskerville"/>
              <a:cs typeface="Libre Baskerville"/>
              <a:sym typeface="Libre Baskerville"/>
            </a:endParaRPr>
          </a:p>
          <a:p>
            <a:pPr marL="0" lvl="0" indent="0" algn="l" rtl="0">
              <a:spcBef>
                <a:spcPts val="0"/>
              </a:spcBef>
              <a:spcAft>
                <a:spcPts val="0"/>
              </a:spcAft>
              <a:buNone/>
            </a:pPr>
            <a:r>
              <a:rPr lang="en" sz="1000">
                <a:solidFill>
                  <a:srgbClr val="49495A"/>
                </a:solidFill>
                <a:latin typeface="Libre Baskerville"/>
                <a:ea typeface="Libre Baskerville"/>
                <a:cs typeface="Libre Baskerville"/>
                <a:sym typeface="Libre Baskerville"/>
              </a:rPr>
              <a:t>Server, DB, monitor, and nodes are on separate subnets.</a:t>
            </a:r>
            <a:endParaRPr sz="1000">
              <a:solidFill>
                <a:srgbClr val="49495A"/>
              </a:solidFill>
              <a:latin typeface="Libre Baskerville"/>
              <a:ea typeface="Libre Baskerville"/>
              <a:cs typeface="Libre Baskerville"/>
              <a:sym typeface="Libre Baskerville"/>
            </a:endParaRPr>
          </a:p>
          <a:p>
            <a:pPr marL="0" lvl="0" indent="0" algn="l" rtl="0">
              <a:spcBef>
                <a:spcPts val="0"/>
              </a:spcBef>
              <a:spcAft>
                <a:spcPts val="0"/>
              </a:spcAft>
              <a:buNone/>
            </a:pPr>
            <a:r>
              <a:rPr lang="en" sz="1000">
                <a:solidFill>
                  <a:srgbClr val="49495A"/>
                </a:solidFill>
                <a:latin typeface="Libre Baskerville"/>
                <a:ea typeface="Libre Baskerville"/>
                <a:cs typeface="Libre Baskerville"/>
                <a:sym typeface="Libre Baskerville"/>
              </a:rPr>
              <a:t>Nodes cannot talk to each other or the DB.</a:t>
            </a:r>
            <a:endParaRPr sz="1000">
              <a:solidFill>
                <a:srgbClr val="49495A"/>
              </a:solidFill>
              <a:latin typeface="Libre Baskerville"/>
              <a:ea typeface="Libre Baskerville"/>
              <a:cs typeface="Libre Baskerville"/>
              <a:sym typeface="Libre Baskerville"/>
            </a:endParaRPr>
          </a:p>
          <a:p>
            <a:pPr marL="0" lvl="0" indent="0" algn="l" rtl="0">
              <a:spcBef>
                <a:spcPts val="0"/>
              </a:spcBef>
              <a:spcAft>
                <a:spcPts val="0"/>
              </a:spcAft>
              <a:buNone/>
            </a:pPr>
            <a:endParaRPr sz="1000">
              <a:latin typeface="Libre Baskerville"/>
              <a:ea typeface="Libre Baskerville"/>
              <a:cs typeface="Libre Baskerville"/>
              <a:sym typeface="Libre Baskerville"/>
            </a:endParaRPr>
          </a:p>
          <a:p>
            <a:pPr marL="0" lvl="0" indent="0" algn="l" rtl="0">
              <a:spcBef>
                <a:spcPts val="0"/>
              </a:spcBef>
              <a:spcAft>
                <a:spcPts val="0"/>
              </a:spcAft>
              <a:buNone/>
            </a:pPr>
            <a:r>
              <a:rPr lang="en" sz="1250" b="1">
                <a:latin typeface="Libre Baskerville"/>
                <a:ea typeface="Libre Baskerville"/>
                <a:cs typeface="Libre Baskerville"/>
                <a:sym typeface="Libre Baskerville"/>
              </a:rPr>
              <a:t>Strict firewalling (</a:t>
            </a:r>
            <a:r>
              <a:rPr lang="en" sz="1250" b="1" i="1">
                <a:latin typeface="Libre Baskerville"/>
                <a:ea typeface="Libre Baskerville"/>
                <a:cs typeface="Libre Baskerville"/>
                <a:sym typeface="Libre Baskerville"/>
              </a:rPr>
              <a:t>iptables</a:t>
            </a:r>
            <a:r>
              <a:rPr lang="en" sz="1250" b="1">
                <a:latin typeface="Libre Baskerville"/>
                <a:ea typeface="Libre Baskerville"/>
                <a:cs typeface="Libre Baskerville"/>
                <a:sym typeface="Libre Baskerville"/>
              </a:rPr>
              <a:t>)</a:t>
            </a:r>
            <a:endParaRPr sz="1250">
              <a:latin typeface="Libre Baskerville"/>
              <a:ea typeface="Libre Baskerville"/>
              <a:cs typeface="Libre Baskerville"/>
              <a:sym typeface="Libre Baskerville"/>
            </a:endParaRPr>
          </a:p>
          <a:p>
            <a:pPr marL="0" lvl="0" indent="0" algn="l" rtl="0">
              <a:spcBef>
                <a:spcPts val="0"/>
              </a:spcBef>
              <a:spcAft>
                <a:spcPts val="0"/>
              </a:spcAft>
              <a:buNone/>
            </a:pPr>
            <a:r>
              <a:rPr lang="en" sz="1000">
                <a:solidFill>
                  <a:srgbClr val="49495A"/>
                </a:solidFill>
                <a:latin typeface="Libre Baskerville"/>
                <a:ea typeface="Libre Baskerville"/>
                <a:cs typeface="Libre Baskerville"/>
                <a:sym typeface="Libre Baskerville"/>
              </a:rPr>
              <a:t>Default DROP policies everywhere.</a:t>
            </a:r>
            <a:endParaRPr sz="1000">
              <a:solidFill>
                <a:srgbClr val="49495A"/>
              </a:solidFill>
              <a:latin typeface="Libre Baskerville"/>
              <a:ea typeface="Libre Baskerville"/>
              <a:cs typeface="Libre Baskerville"/>
              <a:sym typeface="Libre Baskerville"/>
            </a:endParaRPr>
          </a:p>
          <a:p>
            <a:pPr marL="0" lvl="0" indent="0" algn="l" rtl="0">
              <a:spcBef>
                <a:spcPts val="0"/>
              </a:spcBef>
              <a:spcAft>
                <a:spcPts val="0"/>
              </a:spcAft>
              <a:buNone/>
            </a:pPr>
            <a:r>
              <a:rPr lang="en" sz="1000">
                <a:solidFill>
                  <a:srgbClr val="49495A"/>
                </a:solidFill>
                <a:latin typeface="Libre Baskerville"/>
                <a:ea typeface="Libre Baskerville"/>
                <a:cs typeface="Libre Baskerville"/>
                <a:sym typeface="Libre Baskerville"/>
              </a:rPr>
              <a:t>Explicit allow rules only for required flows.</a:t>
            </a:r>
            <a:endParaRPr sz="1000">
              <a:solidFill>
                <a:srgbClr val="49495A"/>
              </a:solidFill>
              <a:latin typeface="Libre Baskerville"/>
              <a:ea typeface="Libre Baskerville"/>
              <a:cs typeface="Libre Baskerville"/>
              <a:sym typeface="Libre Baskerville"/>
            </a:endParaRPr>
          </a:p>
        </p:txBody>
      </p:sp>
      <p:sp>
        <p:nvSpPr>
          <p:cNvPr id="433" name="Google Shape;433;p3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12</a:t>
            </a:fld>
            <a:endParaRPr/>
          </a:p>
        </p:txBody>
      </p:sp>
      <p:sp>
        <p:nvSpPr>
          <p:cNvPr id="434" name="Google Shape;434;p37"/>
          <p:cNvSpPr txBox="1">
            <a:spLocks noGrp="1"/>
          </p:cNvSpPr>
          <p:nvPr>
            <p:ph type="title"/>
          </p:nvPr>
        </p:nvSpPr>
        <p:spPr>
          <a:xfrm>
            <a:off x="451325" y="339500"/>
            <a:ext cx="77040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Libre Baskerville"/>
                <a:ea typeface="Libre Baskerville"/>
                <a:cs typeface="Libre Baskerville"/>
                <a:sym typeface="Libre Baskerville"/>
              </a:rPr>
              <a:t>Infrastructure</a:t>
            </a:r>
            <a:endParaRPr>
              <a:latin typeface="Libre Baskerville"/>
              <a:ea typeface="Libre Baskerville"/>
              <a:cs typeface="Libre Baskerville"/>
              <a:sym typeface="Libre Baskerville"/>
            </a:endParaRPr>
          </a:p>
        </p:txBody>
      </p:sp>
      <p:pic>
        <p:nvPicPr>
          <p:cNvPr id="435" name="Google Shape;435;p37" title="Network_Diagram.png"/>
          <p:cNvPicPr preferRelativeResize="0"/>
          <p:nvPr/>
        </p:nvPicPr>
        <p:blipFill>
          <a:blip r:embed="rId3">
            <a:alphaModFix/>
          </a:blip>
          <a:stretch>
            <a:fillRect/>
          </a:stretch>
        </p:blipFill>
        <p:spPr>
          <a:xfrm>
            <a:off x="501025" y="1103651"/>
            <a:ext cx="4182851" cy="3441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3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13</a:t>
            </a:fld>
            <a:endParaRPr/>
          </a:p>
        </p:txBody>
      </p:sp>
      <p:sp>
        <p:nvSpPr>
          <p:cNvPr id="441" name="Google Shape;441;p38"/>
          <p:cNvSpPr txBox="1">
            <a:spLocks noGrp="1"/>
          </p:cNvSpPr>
          <p:nvPr>
            <p:ph type="title"/>
          </p:nvPr>
        </p:nvSpPr>
        <p:spPr>
          <a:xfrm>
            <a:off x="451325" y="339500"/>
            <a:ext cx="77040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Libre Baskerville"/>
                <a:ea typeface="Libre Baskerville"/>
                <a:cs typeface="Libre Baskerville"/>
                <a:sym typeface="Libre Baskerville"/>
              </a:rPr>
              <a:t>Communication Security: TLS &amp; PKI</a:t>
            </a:r>
            <a:endParaRPr>
              <a:latin typeface="Libre Baskerville"/>
              <a:ea typeface="Libre Baskerville"/>
              <a:cs typeface="Libre Baskerville"/>
              <a:sym typeface="Libre Baskerville"/>
            </a:endParaRPr>
          </a:p>
        </p:txBody>
      </p:sp>
      <p:sp>
        <p:nvSpPr>
          <p:cNvPr id="442" name="Google Shape;442;p38"/>
          <p:cNvSpPr txBox="1"/>
          <p:nvPr/>
        </p:nvSpPr>
        <p:spPr>
          <a:xfrm>
            <a:off x="4572000" y="1332600"/>
            <a:ext cx="3984900" cy="158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Libre Baskerville"/>
                <a:ea typeface="Libre Baskerville"/>
                <a:cs typeface="Libre Baskerville"/>
                <a:sym typeface="Libre Baskerville"/>
              </a:rPr>
              <a:t>Two-Level Key Architecture</a:t>
            </a:r>
            <a:endParaRPr b="1">
              <a:solidFill>
                <a:srgbClr val="49495A"/>
              </a:solidFill>
              <a:latin typeface="Libre Baskerville"/>
              <a:ea typeface="Libre Baskerville"/>
              <a:cs typeface="Libre Baskerville"/>
              <a:sym typeface="Libre Baskerville"/>
            </a:endParaRPr>
          </a:p>
          <a:p>
            <a:pPr marL="0" lvl="0" indent="0" algn="l" rtl="0">
              <a:spcBef>
                <a:spcPts val="1000"/>
              </a:spcBef>
              <a:spcAft>
                <a:spcPts val="0"/>
              </a:spcAft>
              <a:buNone/>
            </a:pPr>
            <a:r>
              <a:rPr lang="en" sz="1200" b="1">
                <a:solidFill>
                  <a:srgbClr val="49495A"/>
                </a:solidFill>
                <a:latin typeface="Libre Baskerville"/>
                <a:ea typeface="Libre Baskerville"/>
                <a:cs typeface="Libre Baskerville"/>
                <a:sym typeface="Libre Baskerville"/>
              </a:rPr>
              <a:t>User-level keys:</a:t>
            </a:r>
            <a:r>
              <a:rPr lang="en" sz="1200">
                <a:solidFill>
                  <a:srgbClr val="49495A"/>
                </a:solidFill>
                <a:latin typeface="Libre Baskerville"/>
                <a:ea typeface="Libre Baskerville"/>
                <a:cs typeface="Libre Baskerville"/>
                <a:sym typeface="Libre Baskerville"/>
              </a:rPr>
              <a:t> RSA-2048 for report encryption, Ed25519 for digital signatures.</a:t>
            </a:r>
            <a:endParaRPr sz="1200">
              <a:solidFill>
                <a:srgbClr val="49495A"/>
              </a:solidFill>
              <a:latin typeface="Libre Baskerville"/>
              <a:ea typeface="Libre Baskerville"/>
              <a:cs typeface="Libre Baskerville"/>
              <a:sym typeface="Libre Baskerville"/>
            </a:endParaRPr>
          </a:p>
          <a:p>
            <a:pPr marL="0" lvl="0" indent="0" algn="l" rtl="0">
              <a:spcBef>
                <a:spcPts val="1000"/>
              </a:spcBef>
              <a:spcAft>
                <a:spcPts val="1000"/>
              </a:spcAft>
              <a:buNone/>
            </a:pPr>
            <a:r>
              <a:rPr lang="en" sz="1200" b="1">
                <a:solidFill>
                  <a:srgbClr val="49495A"/>
                </a:solidFill>
                <a:latin typeface="Libre Baskerville"/>
                <a:ea typeface="Libre Baskerville"/>
                <a:cs typeface="Libre Baskerville"/>
                <a:sym typeface="Libre Baskerville"/>
              </a:rPr>
              <a:t>Transport-level keys:</a:t>
            </a:r>
            <a:r>
              <a:rPr lang="en" sz="1200">
                <a:solidFill>
                  <a:srgbClr val="49495A"/>
                </a:solidFill>
                <a:latin typeface="Libre Baskerville"/>
                <a:ea typeface="Libre Baskerville"/>
                <a:cs typeface="Libre Baskerville"/>
                <a:sym typeface="Libre Baskerville"/>
              </a:rPr>
              <a:t> RSA-2048 key pairs for TLS server/client authentication, X.509 certificates.</a:t>
            </a:r>
            <a:endParaRPr sz="1200">
              <a:latin typeface="Libre Baskerville"/>
              <a:ea typeface="Libre Baskerville"/>
              <a:cs typeface="Libre Baskerville"/>
              <a:sym typeface="Libre Baskerville"/>
            </a:endParaRPr>
          </a:p>
        </p:txBody>
      </p:sp>
      <p:sp>
        <p:nvSpPr>
          <p:cNvPr id="443" name="Google Shape;443;p38"/>
          <p:cNvSpPr txBox="1"/>
          <p:nvPr/>
        </p:nvSpPr>
        <p:spPr>
          <a:xfrm>
            <a:off x="1657950" y="3163500"/>
            <a:ext cx="5828100" cy="1210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Libre Baskerville"/>
                <a:ea typeface="Libre Baskerville"/>
                <a:cs typeface="Libre Baskerville"/>
                <a:sym typeface="Libre Baskerville"/>
              </a:rPr>
              <a:t>Public Key Infrastructure (PKI)</a:t>
            </a:r>
            <a:endParaRPr b="1">
              <a:latin typeface="Libre Baskerville"/>
              <a:ea typeface="Libre Baskerville"/>
              <a:cs typeface="Libre Baskerville"/>
              <a:sym typeface="Libre Baskerville"/>
            </a:endParaRPr>
          </a:p>
          <a:p>
            <a:pPr marL="0" lvl="0" indent="0" algn="l" rtl="0">
              <a:spcBef>
                <a:spcPts val="1000"/>
              </a:spcBef>
              <a:spcAft>
                <a:spcPts val="0"/>
              </a:spcAft>
              <a:buNone/>
            </a:pPr>
            <a:r>
              <a:rPr lang="en" sz="1200" b="1">
                <a:solidFill>
                  <a:srgbClr val="49495A"/>
                </a:solidFill>
                <a:latin typeface="Libre Baskerville"/>
                <a:ea typeface="Libre Baskerville"/>
                <a:cs typeface="Libre Baskerville"/>
                <a:sym typeface="Libre Baskerville"/>
              </a:rPr>
              <a:t>CA:</a:t>
            </a:r>
            <a:r>
              <a:rPr lang="en" sz="1200">
                <a:solidFill>
                  <a:srgbClr val="49495A"/>
                </a:solidFill>
                <a:latin typeface="Libre Baskerville"/>
                <a:ea typeface="Libre Baskerville"/>
                <a:cs typeface="Libre Baskerville"/>
                <a:sym typeface="Libre Baskerville"/>
              </a:rPr>
              <a:t> Manages trust relationships with a self-signed root certificate.</a:t>
            </a:r>
            <a:endParaRPr sz="1200">
              <a:solidFill>
                <a:srgbClr val="49495A"/>
              </a:solidFill>
              <a:latin typeface="Libre Baskerville"/>
              <a:ea typeface="Libre Baskerville"/>
              <a:cs typeface="Libre Baskerville"/>
              <a:sym typeface="Libre Baskerville"/>
            </a:endParaRPr>
          </a:p>
          <a:p>
            <a:pPr marL="0" lvl="0" indent="0" algn="l" rtl="0">
              <a:spcBef>
                <a:spcPts val="1000"/>
              </a:spcBef>
              <a:spcAft>
                <a:spcPts val="0"/>
              </a:spcAft>
              <a:buNone/>
            </a:pPr>
            <a:r>
              <a:rPr lang="en" sz="1200" b="1">
                <a:solidFill>
                  <a:srgbClr val="49495A"/>
                </a:solidFill>
                <a:latin typeface="Libre Baskerville"/>
                <a:ea typeface="Libre Baskerville"/>
                <a:cs typeface="Libre Baskerville"/>
                <a:sym typeface="Libre Baskerville"/>
              </a:rPr>
              <a:t>Entity Certificates:</a:t>
            </a:r>
            <a:r>
              <a:rPr lang="en" sz="1200">
                <a:solidFill>
                  <a:srgbClr val="49495A"/>
                </a:solidFill>
                <a:latin typeface="Libre Baskerville"/>
                <a:ea typeface="Libre Baskerville"/>
                <a:cs typeface="Libre Baskerville"/>
                <a:sym typeface="Libre Baskerville"/>
              </a:rPr>
              <a:t> Unique certificates for each node, server and database, signed by the CA, with SANs.</a:t>
            </a:r>
            <a:endParaRPr sz="1200">
              <a:solidFill>
                <a:schemeClr val="dk1"/>
              </a:solidFill>
              <a:latin typeface="Cairo"/>
              <a:ea typeface="Cairo"/>
              <a:cs typeface="Cairo"/>
              <a:sym typeface="Cairo"/>
            </a:endParaRPr>
          </a:p>
        </p:txBody>
      </p:sp>
      <p:sp>
        <p:nvSpPr>
          <p:cNvPr id="444" name="Google Shape;444;p38"/>
          <p:cNvSpPr txBox="1"/>
          <p:nvPr/>
        </p:nvSpPr>
        <p:spPr>
          <a:xfrm>
            <a:off x="587100" y="1332600"/>
            <a:ext cx="3984900" cy="1082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Libre Baskerville"/>
                <a:ea typeface="Libre Baskerville"/>
                <a:cs typeface="Libre Baskerville"/>
                <a:sym typeface="Libre Baskerville"/>
              </a:rPr>
              <a:t>Mutual TLS (mTLS)</a:t>
            </a:r>
            <a:endParaRPr b="1">
              <a:latin typeface="Libre Baskerville"/>
              <a:ea typeface="Libre Baskerville"/>
              <a:cs typeface="Libre Baskerville"/>
              <a:sym typeface="Libre Baskerville"/>
            </a:endParaRPr>
          </a:p>
          <a:p>
            <a:pPr marL="0" lvl="0" indent="0" algn="l" rtl="0">
              <a:spcBef>
                <a:spcPts val="1000"/>
              </a:spcBef>
              <a:spcAft>
                <a:spcPts val="0"/>
              </a:spcAft>
              <a:buNone/>
            </a:pPr>
            <a:r>
              <a:rPr lang="en" sz="1200">
                <a:solidFill>
                  <a:srgbClr val="49495A"/>
                </a:solidFill>
                <a:latin typeface="Libre Baskerville"/>
                <a:ea typeface="Libre Baskerville"/>
                <a:cs typeface="Libre Baskerville"/>
                <a:sym typeface="Libre Baskerville"/>
              </a:rPr>
              <a:t>All gRPC (Client ↔ Server) and JDBC (Server ↔ Database) communications are secured with mTLS.</a:t>
            </a:r>
            <a:endParaRPr sz="1200">
              <a:solidFill>
                <a:schemeClr val="dk1"/>
              </a:solidFill>
              <a:latin typeface="Cairo"/>
              <a:ea typeface="Cairo"/>
              <a:cs typeface="Cairo"/>
              <a:sym typeface="Cair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pic>
        <p:nvPicPr>
          <p:cNvPr id="449" name="Google Shape;449;p39"/>
          <p:cNvPicPr preferRelativeResize="0"/>
          <p:nvPr/>
        </p:nvPicPr>
        <p:blipFill>
          <a:blip r:embed="rId3">
            <a:alphaModFix/>
          </a:blip>
          <a:stretch>
            <a:fillRect/>
          </a:stretch>
        </p:blipFill>
        <p:spPr>
          <a:xfrm flipH="1">
            <a:off x="10" y="0"/>
            <a:ext cx="3405191" cy="5143500"/>
          </a:xfrm>
          <a:prstGeom prst="rect">
            <a:avLst/>
          </a:prstGeom>
          <a:noFill/>
          <a:ln>
            <a:noFill/>
          </a:ln>
        </p:spPr>
      </p:pic>
      <p:sp>
        <p:nvSpPr>
          <p:cNvPr id="450" name="Google Shape;450;p39"/>
          <p:cNvSpPr txBox="1">
            <a:spLocks noGrp="1"/>
          </p:cNvSpPr>
          <p:nvPr>
            <p:ph type="title"/>
          </p:nvPr>
        </p:nvSpPr>
        <p:spPr>
          <a:xfrm>
            <a:off x="4047175" y="2388500"/>
            <a:ext cx="4943100" cy="242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a:latin typeface="Libre Baskerville"/>
                <a:ea typeface="Libre Baskerville"/>
                <a:cs typeface="Libre Baskerville"/>
                <a:sym typeface="Libre Baskerville"/>
              </a:rPr>
              <a:t>Security Challenge</a:t>
            </a:r>
            <a:endParaRPr sz="4000">
              <a:latin typeface="Libre Baskerville"/>
              <a:ea typeface="Libre Baskerville"/>
              <a:cs typeface="Libre Baskerville"/>
              <a:sym typeface="Libre Baskerville"/>
            </a:endParaRPr>
          </a:p>
        </p:txBody>
      </p:sp>
      <p:sp>
        <p:nvSpPr>
          <p:cNvPr id="451" name="Google Shape;451;p39"/>
          <p:cNvSpPr txBox="1">
            <a:spLocks noGrp="1"/>
          </p:cNvSpPr>
          <p:nvPr>
            <p:ph type="title" idx="2"/>
          </p:nvPr>
        </p:nvSpPr>
        <p:spPr>
          <a:xfrm>
            <a:off x="4047175" y="1438750"/>
            <a:ext cx="1230300" cy="88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Libre Baskerville"/>
                <a:ea typeface="Libre Baskerville"/>
                <a:cs typeface="Libre Baskerville"/>
                <a:sym typeface="Libre Baskerville"/>
              </a:rPr>
              <a:t>05</a:t>
            </a:r>
            <a:endParaRPr>
              <a:latin typeface="Libre Baskerville"/>
              <a:ea typeface="Libre Baskerville"/>
              <a:cs typeface="Libre Baskerville"/>
              <a:sym typeface="Libre Baskerville"/>
            </a:endParaRPr>
          </a:p>
        </p:txBody>
      </p:sp>
      <p:grpSp>
        <p:nvGrpSpPr>
          <p:cNvPr id="452" name="Google Shape;452;p39"/>
          <p:cNvGrpSpPr/>
          <p:nvPr/>
        </p:nvGrpSpPr>
        <p:grpSpPr>
          <a:xfrm rot="756538">
            <a:off x="5159567" y="-1610422"/>
            <a:ext cx="4574157" cy="3479412"/>
            <a:chOff x="1522650" y="1117750"/>
            <a:chExt cx="4574075" cy="3479350"/>
          </a:xfrm>
        </p:grpSpPr>
        <p:sp>
          <p:nvSpPr>
            <p:cNvPr id="453" name="Google Shape;453;p39"/>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9"/>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5" name="Google Shape;455;p3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40"/>
          <p:cNvSpPr/>
          <p:nvPr/>
        </p:nvSpPr>
        <p:spPr>
          <a:xfrm flipH="1">
            <a:off x="167778" y="2722313"/>
            <a:ext cx="2859948" cy="2148444"/>
          </a:xfrm>
          <a:prstGeom prst="cloud">
            <a:avLst/>
          </a:prstGeom>
          <a:solidFill>
            <a:srgbClr val="FFF2CC">
              <a:alpha val="28180"/>
            </a:srgbClr>
          </a:solidFill>
          <a:ln w="9525" cap="flat" cmpd="sng">
            <a:solidFill>
              <a:srgbClr val="FFF2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iro"/>
              <a:ea typeface="Cairo"/>
              <a:cs typeface="Cairo"/>
              <a:sym typeface="Cairo"/>
            </a:endParaRPr>
          </a:p>
        </p:txBody>
      </p:sp>
      <p:sp>
        <p:nvSpPr>
          <p:cNvPr id="461" name="Google Shape;461;p40"/>
          <p:cNvSpPr/>
          <p:nvPr/>
        </p:nvSpPr>
        <p:spPr>
          <a:xfrm rot="10800000">
            <a:off x="1260648" y="911946"/>
            <a:ext cx="1227204" cy="1367928"/>
          </a:xfrm>
          <a:prstGeom prst="cloud">
            <a:avLst/>
          </a:prstGeom>
          <a:solidFill>
            <a:srgbClr val="FFF2CC">
              <a:alpha val="28180"/>
            </a:srgbClr>
          </a:solidFill>
          <a:ln w="9525" cap="flat" cmpd="sng">
            <a:solidFill>
              <a:srgbClr val="FFF2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iro"/>
              <a:ea typeface="Cairo"/>
              <a:cs typeface="Cairo"/>
              <a:sym typeface="Cairo"/>
            </a:endParaRPr>
          </a:p>
        </p:txBody>
      </p:sp>
      <p:sp>
        <p:nvSpPr>
          <p:cNvPr id="462" name="Google Shape;462;p40"/>
          <p:cNvSpPr/>
          <p:nvPr/>
        </p:nvSpPr>
        <p:spPr>
          <a:xfrm flipH="1">
            <a:off x="31615" y="882349"/>
            <a:ext cx="1113804" cy="1397520"/>
          </a:xfrm>
          <a:prstGeom prst="cloud">
            <a:avLst/>
          </a:prstGeom>
          <a:solidFill>
            <a:srgbClr val="FFF2CC">
              <a:alpha val="28180"/>
            </a:srgbClr>
          </a:solidFill>
          <a:ln w="9525" cap="flat" cmpd="sng">
            <a:solidFill>
              <a:srgbClr val="FFF2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iro"/>
              <a:ea typeface="Cairo"/>
              <a:cs typeface="Cairo"/>
              <a:sym typeface="Cairo"/>
            </a:endParaRPr>
          </a:p>
        </p:txBody>
      </p:sp>
      <p:sp>
        <p:nvSpPr>
          <p:cNvPr id="463" name="Google Shape;463;p4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15</a:t>
            </a:fld>
            <a:endParaRPr/>
          </a:p>
        </p:txBody>
      </p:sp>
      <p:sp>
        <p:nvSpPr>
          <p:cNvPr id="464" name="Google Shape;464;p40"/>
          <p:cNvSpPr txBox="1">
            <a:spLocks noGrp="1"/>
          </p:cNvSpPr>
          <p:nvPr>
            <p:ph type="title"/>
          </p:nvPr>
        </p:nvSpPr>
        <p:spPr>
          <a:xfrm>
            <a:off x="451325" y="339500"/>
            <a:ext cx="77040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Libre Baskerville"/>
                <a:ea typeface="Libre Baskerville"/>
                <a:cs typeface="Libre Baskerville"/>
                <a:sym typeface="Libre Baskerville"/>
              </a:rPr>
              <a:t>Security Challenge: B</a:t>
            </a:r>
            <a:endParaRPr>
              <a:latin typeface="Libre Baskerville"/>
              <a:ea typeface="Libre Baskerville"/>
              <a:cs typeface="Libre Baskerville"/>
              <a:sym typeface="Libre Baskerville"/>
            </a:endParaRPr>
          </a:p>
        </p:txBody>
      </p:sp>
      <p:sp>
        <p:nvSpPr>
          <p:cNvPr id="465" name="Google Shape;465;p40"/>
          <p:cNvSpPr txBox="1"/>
          <p:nvPr/>
        </p:nvSpPr>
        <p:spPr>
          <a:xfrm>
            <a:off x="451325" y="2339690"/>
            <a:ext cx="1437000" cy="322800"/>
          </a:xfrm>
          <a:prstGeom prst="rect">
            <a:avLst/>
          </a:prstGeom>
          <a:solidFill>
            <a:schemeClr val="dk2"/>
          </a:solidFill>
          <a:ln>
            <a:noFill/>
          </a:ln>
        </p:spPr>
        <p:txBody>
          <a:bodyPr spcFirstLastPara="1" wrap="square" lIns="79900" tIns="79900" rIns="79900" bIns="79900" anchor="t" anchorCtr="0">
            <a:spAutoFit/>
          </a:bodyPr>
          <a:lstStyle/>
          <a:p>
            <a:pPr marL="0" lvl="0" indent="0" algn="ctr" rtl="0">
              <a:spcBef>
                <a:spcPts val="0"/>
              </a:spcBef>
              <a:spcAft>
                <a:spcPts val="0"/>
              </a:spcAft>
              <a:buNone/>
            </a:pPr>
            <a:r>
              <a:rPr lang="en" sz="1048">
                <a:solidFill>
                  <a:schemeClr val="dk1"/>
                </a:solidFill>
                <a:latin typeface="Cairo"/>
                <a:ea typeface="Cairo"/>
                <a:cs typeface="Cairo"/>
                <a:sym typeface="Cairo"/>
              </a:rPr>
              <a:t>Monitor</a:t>
            </a:r>
            <a:endParaRPr sz="1048">
              <a:solidFill>
                <a:schemeClr val="dk1"/>
              </a:solidFill>
              <a:latin typeface="Cairo"/>
              <a:ea typeface="Cairo"/>
              <a:cs typeface="Cairo"/>
              <a:sym typeface="Cairo"/>
            </a:endParaRPr>
          </a:p>
        </p:txBody>
      </p:sp>
      <p:grpSp>
        <p:nvGrpSpPr>
          <p:cNvPr id="466" name="Google Shape;466;p40"/>
          <p:cNvGrpSpPr/>
          <p:nvPr/>
        </p:nvGrpSpPr>
        <p:grpSpPr>
          <a:xfrm>
            <a:off x="1888276" y="3539434"/>
            <a:ext cx="849955" cy="849825"/>
            <a:chOff x="2911775" y="4051999"/>
            <a:chExt cx="972600" cy="972451"/>
          </a:xfrm>
        </p:grpSpPr>
        <p:pic>
          <p:nvPicPr>
            <p:cNvPr id="467" name="Google Shape;467;p40" title="database.png"/>
            <p:cNvPicPr preferRelativeResize="0"/>
            <p:nvPr/>
          </p:nvPicPr>
          <p:blipFill>
            <a:blip r:embed="rId3">
              <a:alphaModFix/>
            </a:blip>
            <a:stretch>
              <a:fillRect/>
            </a:stretch>
          </p:blipFill>
          <p:spPr>
            <a:xfrm>
              <a:off x="2911838" y="4051999"/>
              <a:ext cx="972451" cy="972451"/>
            </a:xfrm>
            <a:prstGeom prst="rect">
              <a:avLst/>
            </a:prstGeom>
            <a:noFill/>
            <a:ln>
              <a:noFill/>
            </a:ln>
          </p:spPr>
        </p:pic>
        <p:sp>
          <p:nvSpPr>
            <p:cNvPr id="468" name="Google Shape;468;p40"/>
            <p:cNvSpPr txBox="1"/>
            <p:nvPr/>
          </p:nvSpPr>
          <p:spPr>
            <a:xfrm>
              <a:off x="2911775" y="4403824"/>
              <a:ext cx="972600" cy="554100"/>
            </a:xfrm>
            <a:prstGeom prst="rect">
              <a:avLst/>
            </a:prstGeom>
            <a:noFill/>
            <a:ln>
              <a:noFill/>
            </a:ln>
          </p:spPr>
          <p:txBody>
            <a:bodyPr spcFirstLastPara="1" wrap="square" lIns="79900" tIns="79900" rIns="79900" bIns="79900" anchor="t" anchorCtr="0">
              <a:spAutoFit/>
            </a:bodyPr>
            <a:lstStyle/>
            <a:p>
              <a:pPr marL="0" lvl="0" indent="0" algn="ctr" rtl="0">
                <a:spcBef>
                  <a:spcPts val="0"/>
                </a:spcBef>
                <a:spcAft>
                  <a:spcPts val="0"/>
                </a:spcAft>
                <a:buNone/>
              </a:pPr>
              <a:r>
                <a:rPr lang="en" sz="1048">
                  <a:solidFill>
                    <a:schemeClr val="dk1"/>
                  </a:solidFill>
                  <a:latin typeface="Cairo"/>
                  <a:ea typeface="Cairo"/>
                  <a:cs typeface="Cairo"/>
                  <a:sym typeface="Cairo"/>
                </a:rPr>
                <a:t>Database Server</a:t>
              </a:r>
              <a:endParaRPr sz="1048">
                <a:solidFill>
                  <a:schemeClr val="dk1"/>
                </a:solidFill>
                <a:latin typeface="Cairo"/>
                <a:ea typeface="Cairo"/>
                <a:cs typeface="Cairo"/>
                <a:sym typeface="Cairo"/>
              </a:endParaRPr>
            </a:p>
          </p:txBody>
        </p:sp>
      </p:grpSp>
      <p:pic>
        <p:nvPicPr>
          <p:cNvPr id="469" name="Google Shape;469;p40"/>
          <p:cNvPicPr preferRelativeResize="0"/>
          <p:nvPr/>
        </p:nvPicPr>
        <p:blipFill>
          <a:blip r:embed="rId4">
            <a:alphaModFix/>
          </a:blip>
          <a:stretch>
            <a:fillRect/>
          </a:stretch>
        </p:blipFill>
        <p:spPr>
          <a:xfrm>
            <a:off x="276499" y="1174850"/>
            <a:ext cx="624076" cy="624076"/>
          </a:xfrm>
          <a:prstGeom prst="rect">
            <a:avLst/>
          </a:prstGeom>
          <a:noFill/>
          <a:ln>
            <a:noFill/>
          </a:ln>
        </p:spPr>
      </p:pic>
      <p:cxnSp>
        <p:nvCxnSpPr>
          <p:cNvPr id="470" name="Google Shape;470;p40"/>
          <p:cNvCxnSpPr/>
          <p:nvPr/>
        </p:nvCxnSpPr>
        <p:spPr>
          <a:xfrm>
            <a:off x="554475" y="1882300"/>
            <a:ext cx="318900" cy="458700"/>
          </a:xfrm>
          <a:prstGeom prst="straightConnector1">
            <a:avLst/>
          </a:prstGeom>
          <a:noFill/>
          <a:ln w="16650" cap="flat" cmpd="sng">
            <a:solidFill>
              <a:schemeClr val="accent1"/>
            </a:solidFill>
            <a:prstDash val="solid"/>
            <a:round/>
            <a:headEnd type="none" w="med" len="med"/>
            <a:tailEnd type="triangle" w="med" len="med"/>
          </a:ln>
        </p:spPr>
      </p:cxnSp>
      <p:cxnSp>
        <p:nvCxnSpPr>
          <p:cNvPr id="471" name="Google Shape;471;p40"/>
          <p:cNvCxnSpPr/>
          <p:nvPr/>
        </p:nvCxnSpPr>
        <p:spPr>
          <a:xfrm rot="10800000">
            <a:off x="700525" y="1867625"/>
            <a:ext cx="306300" cy="474300"/>
          </a:xfrm>
          <a:prstGeom prst="straightConnector1">
            <a:avLst/>
          </a:prstGeom>
          <a:noFill/>
          <a:ln w="16650" cap="flat" cmpd="sng">
            <a:solidFill>
              <a:schemeClr val="accent1"/>
            </a:solidFill>
            <a:prstDash val="solid"/>
            <a:round/>
            <a:headEnd type="none" w="med" len="med"/>
            <a:tailEnd type="triangle" w="med" len="med"/>
          </a:ln>
        </p:spPr>
      </p:cxnSp>
      <p:cxnSp>
        <p:nvCxnSpPr>
          <p:cNvPr id="472" name="Google Shape;472;p40"/>
          <p:cNvCxnSpPr/>
          <p:nvPr/>
        </p:nvCxnSpPr>
        <p:spPr>
          <a:xfrm>
            <a:off x="1497888" y="3881628"/>
            <a:ext cx="443100" cy="2400"/>
          </a:xfrm>
          <a:prstGeom prst="straightConnector1">
            <a:avLst/>
          </a:prstGeom>
          <a:noFill/>
          <a:ln w="16650" cap="flat" cmpd="sng">
            <a:solidFill>
              <a:schemeClr val="accent1"/>
            </a:solidFill>
            <a:prstDash val="solid"/>
            <a:round/>
            <a:headEnd type="none" w="med" len="med"/>
            <a:tailEnd type="triangle" w="med" len="med"/>
          </a:ln>
        </p:spPr>
      </p:cxnSp>
      <p:cxnSp>
        <p:nvCxnSpPr>
          <p:cNvPr id="473" name="Google Shape;473;p40"/>
          <p:cNvCxnSpPr/>
          <p:nvPr/>
        </p:nvCxnSpPr>
        <p:spPr>
          <a:xfrm flipH="1">
            <a:off x="1498098" y="4044480"/>
            <a:ext cx="441300" cy="2700"/>
          </a:xfrm>
          <a:prstGeom prst="straightConnector1">
            <a:avLst/>
          </a:prstGeom>
          <a:noFill/>
          <a:ln w="16650" cap="flat" cmpd="sng">
            <a:solidFill>
              <a:schemeClr val="accent1"/>
            </a:solidFill>
            <a:prstDash val="solid"/>
            <a:round/>
            <a:headEnd type="none" w="med" len="med"/>
            <a:tailEnd type="triangle" w="med" len="med"/>
          </a:ln>
        </p:spPr>
      </p:cxnSp>
      <p:sp>
        <p:nvSpPr>
          <p:cNvPr id="474" name="Google Shape;474;p40"/>
          <p:cNvSpPr/>
          <p:nvPr/>
        </p:nvSpPr>
        <p:spPr>
          <a:xfrm>
            <a:off x="708492" y="3465846"/>
            <a:ext cx="789300" cy="997200"/>
          </a:xfrm>
          <a:prstGeom prst="cube">
            <a:avLst>
              <a:gd name="adj" fmla="val 25000"/>
            </a:avLst>
          </a:prstGeom>
          <a:noFill/>
          <a:ln w="33300" cap="flat" cmpd="sng">
            <a:solidFill>
              <a:srgbClr val="403CCF"/>
            </a:solidFill>
            <a:prstDash val="solid"/>
            <a:round/>
            <a:headEnd type="none" w="sm" len="sm"/>
            <a:tailEnd type="none" w="sm" len="sm"/>
          </a:ln>
        </p:spPr>
        <p:txBody>
          <a:bodyPr spcFirstLastPara="1" wrap="square" lIns="79900" tIns="79900" rIns="79900" bIns="79900" anchor="ctr" anchorCtr="0">
            <a:noAutofit/>
          </a:bodyPr>
          <a:lstStyle/>
          <a:p>
            <a:pPr marL="0" lvl="0" indent="0" algn="ctr" rtl="0">
              <a:spcBef>
                <a:spcPts val="0"/>
              </a:spcBef>
              <a:spcAft>
                <a:spcPts val="0"/>
              </a:spcAft>
              <a:buNone/>
            </a:pPr>
            <a:r>
              <a:rPr lang="en" sz="1223">
                <a:latin typeface="Cairo"/>
                <a:ea typeface="Cairo"/>
                <a:cs typeface="Cairo"/>
                <a:sym typeface="Cairo"/>
              </a:rPr>
              <a:t>Server</a:t>
            </a:r>
            <a:endParaRPr sz="1223">
              <a:latin typeface="Cairo"/>
              <a:ea typeface="Cairo"/>
              <a:cs typeface="Cairo"/>
              <a:sym typeface="Cairo"/>
            </a:endParaRPr>
          </a:p>
        </p:txBody>
      </p:sp>
      <p:cxnSp>
        <p:nvCxnSpPr>
          <p:cNvPr id="475" name="Google Shape;475;p40"/>
          <p:cNvCxnSpPr/>
          <p:nvPr/>
        </p:nvCxnSpPr>
        <p:spPr>
          <a:xfrm flipH="1">
            <a:off x="873330" y="2662422"/>
            <a:ext cx="2100" cy="728400"/>
          </a:xfrm>
          <a:prstGeom prst="straightConnector1">
            <a:avLst/>
          </a:prstGeom>
          <a:noFill/>
          <a:ln w="16650" cap="flat" cmpd="sng">
            <a:solidFill>
              <a:schemeClr val="accent1"/>
            </a:solidFill>
            <a:prstDash val="solid"/>
            <a:round/>
            <a:headEnd type="none" w="med" len="med"/>
            <a:tailEnd type="triangle" w="med" len="med"/>
          </a:ln>
        </p:spPr>
      </p:cxnSp>
      <p:cxnSp>
        <p:nvCxnSpPr>
          <p:cNvPr id="476" name="Google Shape;476;p40"/>
          <p:cNvCxnSpPr/>
          <p:nvPr/>
        </p:nvCxnSpPr>
        <p:spPr>
          <a:xfrm rot="10800000">
            <a:off x="1465113" y="2664033"/>
            <a:ext cx="900" cy="729300"/>
          </a:xfrm>
          <a:prstGeom prst="straightConnector1">
            <a:avLst/>
          </a:prstGeom>
          <a:noFill/>
          <a:ln w="16650" cap="flat" cmpd="sng">
            <a:solidFill>
              <a:schemeClr val="accent1"/>
            </a:solidFill>
            <a:prstDash val="solid"/>
            <a:round/>
            <a:headEnd type="none" w="med" len="med"/>
            <a:tailEnd type="triangle" w="med" len="med"/>
          </a:ln>
        </p:spPr>
      </p:cxnSp>
      <p:graphicFrame>
        <p:nvGraphicFramePr>
          <p:cNvPr id="477" name="Google Shape;477;p40"/>
          <p:cNvGraphicFramePr/>
          <p:nvPr/>
        </p:nvGraphicFramePr>
        <p:xfrm>
          <a:off x="1998975" y="2114625"/>
          <a:ext cx="2333725" cy="914310"/>
        </p:xfrm>
        <a:graphic>
          <a:graphicData uri="http://schemas.openxmlformats.org/drawingml/2006/table">
            <a:tbl>
              <a:tblPr>
                <a:noFill/>
                <a:tableStyleId>{39B896FE-11DB-40F8-BD6C-65A725AF6676}</a:tableStyleId>
              </a:tblPr>
              <a:tblGrid>
                <a:gridCol w="820225">
                  <a:extLst>
                    <a:ext uri="{9D8B030D-6E8A-4147-A177-3AD203B41FA5}">
                      <a16:colId xmlns:a16="http://schemas.microsoft.com/office/drawing/2014/main" val="20000"/>
                    </a:ext>
                  </a:extLst>
                </a:gridCol>
                <a:gridCol w="522100">
                  <a:extLst>
                    <a:ext uri="{9D8B030D-6E8A-4147-A177-3AD203B41FA5}">
                      <a16:colId xmlns:a16="http://schemas.microsoft.com/office/drawing/2014/main" val="20001"/>
                    </a:ext>
                  </a:extLst>
                </a:gridCol>
                <a:gridCol w="991400">
                  <a:extLst>
                    <a:ext uri="{9D8B030D-6E8A-4147-A177-3AD203B41FA5}">
                      <a16:colId xmlns:a16="http://schemas.microsoft.com/office/drawing/2014/main" val="20002"/>
                    </a:ext>
                  </a:extLst>
                </a:gridCol>
              </a:tblGrid>
              <a:tr h="243100">
                <a:tc>
                  <a:txBody>
                    <a:bodyPr/>
                    <a:lstStyle/>
                    <a:p>
                      <a:pPr marL="0" lvl="0" indent="0" algn="ctr" rtl="0">
                        <a:spcBef>
                          <a:spcPts val="0"/>
                        </a:spcBef>
                        <a:spcAft>
                          <a:spcPts val="0"/>
                        </a:spcAft>
                        <a:buNone/>
                      </a:pPr>
                      <a:r>
                        <a:rPr lang="en" sz="800" b="1"/>
                        <a:t>IP</a:t>
                      </a:r>
                      <a:endParaRPr sz="800" b="1"/>
                    </a:p>
                  </a:txBody>
                  <a:tcPr marL="91425" marR="91425" marT="91425" marB="91425"/>
                </a:tc>
                <a:tc>
                  <a:txBody>
                    <a:bodyPr/>
                    <a:lstStyle/>
                    <a:p>
                      <a:pPr marL="0" lvl="0" indent="0" algn="ctr" rtl="0">
                        <a:spcBef>
                          <a:spcPts val="0"/>
                        </a:spcBef>
                        <a:spcAft>
                          <a:spcPts val="0"/>
                        </a:spcAft>
                        <a:buNone/>
                      </a:pPr>
                      <a:r>
                        <a:rPr lang="en" sz="800" b="1"/>
                        <a:t># Sync</a:t>
                      </a:r>
                      <a:endParaRPr sz="800" b="1"/>
                    </a:p>
                  </a:txBody>
                  <a:tcPr marL="91425" marR="91425" marT="91425" marB="91425"/>
                </a:tc>
                <a:tc>
                  <a:txBody>
                    <a:bodyPr/>
                    <a:lstStyle/>
                    <a:p>
                      <a:pPr marL="0" lvl="0" indent="0" algn="ctr" rtl="0">
                        <a:spcBef>
                          <a:spcPts val="0"/>
                        </a:spcBef>
                        <a:spcAft>
                          <a:spcPts val="0"/>
                        </a:spcAft>
                        <a:buNone/>
                      </a:pPr>
                      <a:r>
                        <a:rPr lang="en" sz="800" b="1"/>
                        <a:t>Status</a:t>
                      </a:r>
                      <a:endParaRPr sz="800" b="1"/>
                    </a:p>
                  </a:txBody>
                  <a:tcPr marL="91425" marR="91425" marT="91425" marB="91425"/>
                </a:tc>
                <a:extLst>
                  <a:ext uri="{0D108BD9-81ED-4DB2-BD59-A6C34878D82A}">
                    <a16:rowId xmlns:a16="http://schemas.microsoft.com/office/drawing/2014/main" val="10000"/>
                  </a:ext>
                </a:extLst>
              </a:tr>
              <a:tr h="243100">
                <a:tc>
                  <a:txBody>
                    <a:bodyPr/>
                    <a:lstStyle/>
                    <a:p>
                      <a:pPr marL="0" lvl="0" indent="0" algn="ctr" rtl="0">
                        <a:spcBef>
                          <a:spcPts val="0"/>
                        </a:spcBef>
                        <a:spcAft>
                          <a:spcPts val="0"/>
                        </a:spcAft>
                        <a:buNone/>
                      </a:pPr>
                      <a:r>
                        <a:rPr lang="en" sz="800"/>
                        <a:t>192.168.1.10</a:t>
                      </a:r>
                      <a:endParaRPr sz="8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800"/>
                        <a:t>3</a:t>
                      </a:r>
                      <a:endParaRPr sz="8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800"/>
                        <a:t>[-] Blocked (22s)</a:t>
                      </a:r>
                      <a:endParaRPr sz="800"/>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243100">
                <a:tc>
                  <a:txBody>
                    <a:bodyPr/>
                    <a:lstStyle/>
                    <a:p>
                      <a:pPr marL="0" lvl="0" indent="0" algn="ctr" rtl="0">
                        <a:spcBef>
                          <a:spcPts val="0"/>
                        </a:spcBef>
                        <a:spcAft>
                          <a:spcPts val="0"/>
                        </a:spcAft>
                        <a:buNone/>
                      </a:pPr>
                      <a:r>
                        <a:rPr lang="en" sz="800"/>
                        <a:t>192.168.2.2</a:t>
                      </a:r>
                      <a:endParaRPr sz="8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800"/>
                        <a:t>1</a:t>
                      </a:r>
                      <a:endParaRPr sz="8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800"/>
                        <a:t>[!] Warning</a:t>
                      </a:r>
                      <a:endParaRPr sz="8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478" name="Google Shape;478;p40"/>
          <p:cNvPicPr preferRelativeResize="0"/>
          <p:nvPr/>
        </p:nvPicPr>
        <p:blipFill>
          <a:blip r:embed="rId5">
            <a:alphaModFix/>
          </a:blip>
          <a:stretch>
            <a:fillRect/>
          </a:stretch>
        </p:blipFill>
        <p:spPr>
          <a:xfrm>
            <a:off x="1582400" y="1174862"/>
            <a:ext cx="624076" cy="624052"/>
          </a:xfrm>
          <a:prstGeom prst="rect">
            <a:avLst/>
          </a:prstGeom>
          <a:noFill/>
          <a:ln>
            <a:noFill/>
          </a:ln>
        </p:spPr>
      </p:pic>
      <p:cxnSp>
        <p:nvCxnSpPr>
          <p:cNvPr id="479" name="Google Shape;479;p40"/>
          <p:cNvCxnSpPr/>
          <p:nvPr/>
        </p:nvCxnSpPr>
        <p:spPr>
          <a:xfrm rot="10800000" flipH="1">
            <a:off x="1364300" y="1896925"/>
            <a:ext cx="277200" cy="459600"/>
          </a:xfrm>
          <a:prstGeom prst="straightConnector1">
            <a:avLst/>
          </a:prstGeom>
          <a:noFill/>
          <a:ln w="16650" cap="flat" cmpd="sng">
            <a:solidFill>
              <a:schemeClr val="accent1"/>
            </a:solidFill>
            <a:prstDash val="solid"/>
            <a:round/>
            <a:headEnd type="none" w="med" len="med"/>
            <a:tailEnd type="triangle" w="med" len="med"/>
          </a:ln>
        </p:spPr>
      </p:cxnSp>
      <p:cxnSp>
        <p:nvCxnSpPr>
          <p:cNvPr id="480" name="Google Shape;480;p40"/>
          <p:cNvCxnSpPr/>
          <p:nvPr/>
        </p:nvCxnSpPr>
        <p:spPr>
          <a:xfrm flipH="1">
            <a:off x="1554046" y="1940675"/>
            <a:ext cx="233400" cy="393900"/>
          </a:xfrm>
          <a:prstGeom prst="straightConnector1">
            <a:avLst/>
          </a:prstGeom>
          <a:noFill/>
          <a:ln w="16650" cap="flat" cmpd="sng">
            <a:solidFill>
              <a:schemeClr val="accent1"/>
            </a:solidFill>
            <a:prstDash val="solid"/>
            <a:round/>
            <a:headEnd type="none" w="med" len="med"/>
            <a:tailEnd type="triangle" w="med" len="med"/>
          </a:ln>
        </p:spPr>
      </p:cxnSp>
      <p:sp>
        <p:nvSpPr>
          <p:cNvPr id="481" name="Google Shape;481;p40"/>
          <p:cNvSpPr txBox="1"/>
          <p:nvPr/>
        </p:nvSpPr>
        <p:spPr>
          <a:xfrm>
            <a:off x="5010950" y="997425"/>
            <a:ext cx="3270900" cy="166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50" b="1">
                <a:latin typeface="Libre Baskerville"/>
                <a:ea typeface="Libre Baskerville"/>
                <a:cs typeface="Libre Baskerville"/>
                <a:sym typeface="Libre Baskerville"/>
              </a:rPr>
              <a:t>Monitor Server Role</a:t>
            </a:r>
            <a:endParaRPr sz="1350" b="1">
              <a:latin typeface="Libre Baskerville"/>
              <a:ea typeface="Libre Baskerville"/>
              <a:cs typeface="Libre Baskerville"/>
              <a:sym typeface="Libre Baskerville"/>
            </a:endParaRPr>
          </a:p>
          <a:p>
            <a:pPr marL="0" lvl="0" indent="0" algn="l" rtl="0">
              <a:spcBef>
                <a:spcPts val="1000"/>
              </a:spcBef>
              <a:spcAft>
                <a:spcPts val="0"/>
              </a:spcAft>
              <a:buNone/>
            </a:pPr>
            <a:r>
              <a:rPr lang="en" sz="1100">
                <a:solidFill>
                  <a:srgbClr val="49495A"/>
                </a:solidFill>
                <a:latin typeface="Libre Baskerville"/>
                <a:ea typeface="Libre Baskerville"/>
                <a:cs typeface="Libre Baskerville"/>
                <a:sym typeface="Libre Baskerville"/>
              </a:rPr>
              <a:t>A dedicated Python-based monitor server observes network activity to detect flooding attacks from misbehaving nodes.</a:t>
            </a:r>
            <a:endParaRPr sz="1100">
              <a:solidFill>
                <a:srgbClr val="49495A"/>
              </a:solidFill>
              <a:latin typeface="Libre Baskerville"/>
              <a:ea typeface="Libre Baskerville"/>
              <a:cs typeface="Libre Baskerville"/>
              <a:sym typeface="Libre Baskerville"/>
            </a:endParaRPr>
          </a:p>
          <a:p>
            <a:pPr marL="0" lvl="0" indent="0" algn="l" rtl="0">
              <a:spcBef>
                <a:spcPts val="1000"/>
              </a:spcBef>
              <a:spcAft>
                <a:spcPts val="1000"/>
              </a:spcAft>
              <a:buNone/>
            </a:pPr>
            <a:r>
              <a:rPr lang="en" sz="1100">
                <a:solidFill>
                  <a:srgbClr val="49495A"/>
                </a:solidFill>
                <a:latin typeface="Libre Baskerville"/>
                <a:ea typeface="Libre Baskerville"/>
                <a:cs typeface="Libre Baskerville"/>
                <a:sym typeface="Libre Baskerville"/>
              </a:rPr>
              <a:t>Positioned as a gateway between clients and the central server, it intercepts all client-server communications.</a:t>
            </a:r>
            <a:endParaRPr sz="1100">
              <a:solidFill>
                <a:srgbClr val="49495A"/>
              </a:solidFill>
              <a:latin typeface="Libre Baskerville"/>
              <a:ea typeface="Libre Baskerville"/>
              <a:cs typeface="Libre Baskerville"/>
              <a:sym typeface="Libre Baskerville"/>
            </a:endParaRPr>
          </a:p>
        </p:txBody>
      </p:sp>
      <p:sp>
        <p:nvSpPr>
          <p:cNvPr id="482" name="Google Shape;482;p40"/>
          <p:cNvSpPr txBox="1"/>
          <p:nvPr/>
        </p:nvSpPr>
        <p:spPr>
          <a:xfrm>
            <a:off x="5010950" y="2799163"/>
            <a:ext cx="3270900" cy="1834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50" b="1">
                <a:latin typeface="Libre Baskerville"/>
                <a:ea typeface="Libre Baskerville"/>
                <a:cs typeface="Libre Baskerville"/>
                <a:sym typeface="Libre Baskerville"/>
              </a:rPr>
              <a:t>Flooding Detection</a:t>
            </a:r>
            <a:endParaRPr sz="1350" b="1">
              <a:latin typeface="Libre Baskerville"/>
              <a:ea typeface="Libre Baskerville"/>
              <a:cs typeface="Libre Baskerville"/>
              <a:sym typeface="Libre Baskerville"/>
            </a:endParaRPr>
          </a:p>
          <a:p>
            <a:pPr marL="0" lvl="0" indent="0" algn="l" rtl="0">
              <a:spcBef>
                <a:spcPts val="1000"/>
              </a:spcBef>
              <a:spcAft>
                <a:spcPts val="0"/>
              </a:spcAft>
              <a:buNone/>
            </a:pPr>
            <a:r>
              <a:rPr lang="en" sz="1100">
                <a:solidFill>
                  <a:srgbClr val="49495A"/>
                </a:solidFill>
                <a:latin typeface="Libre Baskerville"/>
                <a:ea typeface="Libre Baskerville"/>
                <a:cs typeface="Libre Baskerville"/>
                <a:sym typeface="Libre Baskerville"/>
              </a:rPr>
              <a:t>Monitors client synchronisation requests. If a client sends too many requests within a 30-second window, the monitor inserts a dynamic </a:t>
            </a:r>
            <a:r>
              <a:rPr lang="en" sz="1100" b="1" i="1">
                <a:solidFill>
                  <a:srgbClr val="49495A"/>
                </a:solidFill>
                <a:latin typeface="Libre Baskerville"/>
                <a:ea typeface="Libre Baskerville"/>
                <a:cs typeface="Libre Baskerville"/>
                <a:sym typeface="Libre Baskerville"/>
              </a:rPr>
              <a:t>iptables</a:t>
            </a:r>
            <a:r>
              <a:rPr lang="en" sz="1100">
                <a:solidFill>
                  <a:srgbClr val="49495A"/>
                </a:solidFill>
                <a:latin typeface="Libre Baskerville"/>
                <a:ea typeface="Libre Baskerville"/>
                <a:cs typeface="Libre Baskerville"/>
                <a:sym typeface="Libre Baskerville"/>
              </a:rPr>
              <a:t> rule to drop that client's packets temporarily.</a:t>
            </a:r>
            <a:endParaRPr sz="1100">
              <a:solidFill>
                <a:srgbClr val="49495A"/>
              </a:solidFill>
              <a:latin typeface="Libre Baskerville"/>
              <a:ea typeface="Libre Baskerville"/>
              <a:cs typeface="Libre Baskerville"/>
              <a:sym typeface="Libre Baskerville"/>
            </a:endParaRPr>
          </a:p>
          <a:p>
            <a:pPr marL="0" lvl="0" indent="0" algn="l" rtl="0">
              <a:spcBef>
                <a:spcPts val="1000"/>
              </a:spcBef>
              <a:spcAft>
                <a:spcPts val="0"/>
              </a:spcAft>
              <a:buNone/>
            </a:pPr>
            <a:r>
              <a:rPr lang="en" sz="1100">
                <a:solidFill>
                  <a:srgbClr val="49495A"/>
                </a:solidFill>
                <a:latin typeface="Libre Baskerville"/>
                <a:ea typeface="Libre Baskerville"/>
                <a:cs typeface="Libre Baskerville"/>
                <a:sym typeface="Libre Baskerville"/>
              </a:rPr>
              <a:t>Blocking timeout doubles with each subsequent infraction.</a:t>
            </a:r>
            <a:endParaRPr sz="1100">
              <a:solidFill>
                <a:srgbClr val="49495A"/>
              </a:solidFill>
              <a:latin typeface="Libre Baskerville"/>
              <a:ea typeface="Libre Baskerville"/>
              <a:cs typeface="Libre Baskerville"/>
              <a:sym typeface="Libre Baskerville"/>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pic>
        <p:nvPicPr>
          <p:cNvPr id="487" name="Google Shape;487;p41"/>
          <p:cNvPicPr preferRelativeResize="0"/>
          <p:nvPr/>
        </p:nvPicPr>
        <p:blipFill>
          <a:blip r:embed="rId3">
            <a:alphaModFix/>
          </a:blip>
          <a:stretch>
            <a:fillRect/>
          </a:stretch>
        </p:blipFill>
        <p:spPr>
          <a:xfrm flipH="1">
            <a:off x="10" y="0"/>
            <a:ext cx="3405191" cy="5143500"/>
          </a:xfrm>
          <a:prstGeom prst="rect">
            <a:avLst/>
          </a:prstGeom>
          <a:noFill/>
          <a:ln>
            <a:noFill/>
          </a:ln>
        </p:spPr>
      </p:pic>
      <p:sp>
        <p:nvSpPr>
          <p:cNvPr id="488" name="Google Shape;488;p41"/>
          <p:cNvSpPr txBox="1">
            <a:spLocks noGrp="1"/>
          </p:cNvSpPr>
          <p:nvPr>
            <p:ph type="title"/>
          </p:nvPr>
        </p:nvSpPr>
        <p:spPr>
          <a:xfrm>
            <a:off x="4047175" y="2388500"/>
            <a:ext cx="4943100" cy="242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a:latin typeface="Libre Baskerville"/>
                <a:ea typeface="Libre Baskerville"/>
                <a:cs typeface="Libre Baskerville"/>
                <a:sym typeface="Libre Baskerville"/>
              </a:rPr>
              <a:t>Results &amp; Conclusions</a:t>
            </a:r>
            <a:endParaRPr sz="4000">
              <a:latin typeface="Libre Baskerville"/>
              <a:ea typeface="Libre Baskerville"/>
              <a:cs typeface="Libre Baskerville"/>
              <a:sym typeface="Libre Baskerville"/>
            </a:endParaRPr>
          </a:p>
        </p:txBody>
      </p:sp>
      <p:sp>
        <p:nvSpPr>
          <p:cNvPr id="489" name="Google Shape;489;p41"/>
          <p:cNvSpPr txBox="1">
            <a:spLocks noGrp="1"/>
          </p:cNvSpPr>
          <p:nvPr>
            <p:ph type="title" idx="2"/>
          </p:nvPr>
        </p:nvSpPr>
        <p:spPr>
          <a:xfrm>
            <a:off x="4047175" y="1438750"/>
            <a:ext cx="1230300" cy="88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Libre Baskerville"/>
                <a:ea typeface="Libre Baskerville"/>
                <a:cs typeface="Libre Baskerville"/>
                <a:sym typeface="Libre Baskerville"/>
              </a:rPr>
              <a:t>06</a:t>
            </a:r>
            <a:endParaRPr>
              <a:latin typeface="Libre Baskerville"/>
              <a:ea typeface="Libre Baskerville"/>
              <a:cs typeface="Libre Baskerville"/>
              <a:sym typeface="Libre Baskerville"/>
            </a:endParaRPr>
          </a:p>
        </p:txBody>
      </p:sp>
      <p:grpSp>
        <p:nvGrpSpPr>
          <p:cNvPr id="490" name="Google Shape;490;p41"/>
          <p:cNvGrpSpPr/>
          <p:nvPr/>
        </p:nvGrpSpPr>
        <p:grpSpPr>
          <a:xfrm rot="756538">
            <a:off x="5159567" y="-1610422"/>
            <a:ext cx="4574157" cy="3479412"/>
            <a:chOff x="1522650" y="1117750"/>
            <a:chExt cx="4574075" cy="3479350"/>
          </a:xfrm>
        </p:grpSpPr>
        <p:sp>
          <p:nvSpPr>
            <p:cNvPr id="491" name="Google Shape;491;p41"/>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41"/>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3" name="Google Shape;493;p4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4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17</a:t>
            </a:fld>
            <a:endParaRPr/>
          </a:p>
        </p:txBody>
      </p:sp>
      <p:sp>
        <p:nvSpPr>
          <p:cNvPr id="499" name="Google Shape;499;p42"/>
          <p:cNvSpPr txBox="1">
            <a:spLocks noGrp="1"/>
          </p:cNvSpPr>
          <p:nvPr>
            <p:ph type="title"/>
          </p:nvPr>
        </p:nvSpPr>
        <p:spPr>
          <a:xfrm>
            <a:off x="451325" y="339500"/>
            <a:ext cx="77040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Libre Baskerville"/>
                <a:ea typeface="Libre Baskerville"/>
                <a:cs typeface="Libre Baskerville"/>
                <a:sym typeface="Libre Baskerville"/>
              </a:rPr>
              <a:t>Results &amp; Conclusions</a:t>
            </a:r>
            <a:endParaRPr>
              <a:latin typeface="Libre Baskerville"/>
              <a:ea typeface="Libre Baskerville"/>
              <a:cs typeface="Libre Baskerville"/>
              <a:sym typeface="Libre Baskerville"/>
            </a:endParaRPr>
          </a:p>
        </p:txBody>
      </p:sp>
      <p:graphicFrame>
        <p:nvGraphicFramePr>
          <p:cNvPr id="500" name="Google Shape;500;p42"/>
          <p:cNvGraphicFramePr/>
          <p:nvPr/>
        </p:nvGraphicFramePr>
        <p:xfrm>
          <a:off x="701925" y="952704"/>
          <a:ext cx="7740150" cy="3215460"/>
        </p:xfrm>
        <a:graphic>
          <a:graphicData uri="http://schemas.openxmlformats.org/drawingml/2006/table">
            <a:tbl>
              <a:tblPr>
                <a:noFill/>
                <a:tableStyleId>{39B896FE-11DB-40F8-BD6C-65A725AF6676}</a:tableStyleId>
              </a:tblPr>
              <a:tblGrid>
                <a:gridCol w="2580050">
                  <a:extLst>
                    <a:ext uri="{9D8B030D-6E8A-4147-A177-3AD203B41FA5}">
                      <a16:colId xmlns:a16="http://schemas.microsoft.com/office/drawing/2014/main" val="20000"/>
                    </a:ext>
                  </a:extLst>
                </a:gridCol>
                <a:gridCol w="2580050">
                  <a:extLst>
                    <a:ext uri="{9D8B030D-6E8A-4147-A177-3AD203B41FA5}">
                      <a16:colId xmlns:a16="http://schemas.microsoft.com/office/drawing/2014/main" val="20001"/>
                    </a:ext>
                  </a:extLst>
                </a:gridCol>
                <a:gridCol w="258005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 b="1">
                          <a:latin typeface="Libre Baskerville"/>
                          <a:ea typeface="Libre Baskerville"/>
                          <a:cs typeface="Libre Baskerville"/>
                          <a:sym typeface="Libre Baskerville"/>
                        </a:rPr>
                        <a:t>Requirement</a:t>
                      </a:r>
                      <a:endParaRPr b="1">
                        <a:latin typeface="Libre Baskerville"/>
                        <a:ea typeface="Libre Baskerville"/>
                        <a:cs typeface="Libre Baskerville"/>
                        <a:sym typeface="Libre Baskerville"/>
                      </a:endParaRPr>
                    </a:p>
                  </a:txBody>
                  <a:tcPr marL="91425" marR="91425" marT="91425" marB="91425"/>
                </a:tc>
                <a:tc>
                  <a:txBody>
                    <a:bodyPr/>
                    <a:lstStyle/>
                    <a:p>
                      <a:pPr marL="0" lvl="0" indent="0" algn="ctr" rtl="0">
                        <a:spcBef>
                          <a:spcPts val="0"/>
                        </a:spcBef>
                        <a:spcAft>
                          <a:spcPts val="0"/>
                        </a:spcAft>
                        <a:buNone/>
                      </a:pPr>
                      <a:r>
                        <a:rPr lang="en" b="1">
                          <a:latin typeface="Libre Baskerville"/>
                          <a:ea typeface="Libre Baskerville"/>
                          <a:cs typeface="Libre Baskerville"/>
                          <a:sym typeface="Libre Baskerville"/>
                        </a:rPr>
                        <a:t>Mechanism</a:t>
                      </a:r>
                      <a:endParaRPr b="1">
                        <a:latin typeface="Libre Baskerville"/>
                        <a:ea typeface="Libre Baskerville"/>
                        <a:cs typeface="Libre Baskerville"/>
                        <a:sym typeface="Libre Baskerville"/>
                      </a:endParaRPr>
                    </a:p>
                  </a:txBody>
                  <a:tcPr marL="91425" marR="91425" marT="91425" marB="91425"/>
                </a:tc>
                <a:tc>
                  <a:txBody>
                    <a:bodyPr/>
                    <a:lstStyle/>
                    <a:p>
                      <a:pPr marL="0" lvl="0" indent="0" algn="ctr" rtl="0">
                        <a:spcBef>
                          <a:spcPts val="0"/>
                        </a:spcBef>
                        <a:spcAft>
                          <a:spcPts val="0"/>
                        </a:spcAft>
                        <a:buNone/>
                      </a:pPr>
                      <a:r>
                        <a:rPr lang="en" b="1">
                          <a:latin typeface="Libre Baskerville"/>
                          <a:ea typeface="Libre Baskerville"/>
                          <a:cs typeface="Libre Baskerville"/>
                          <a:sym typeface="Libre Baskerville"/>
                        </a:rPr>
                        <a:t>Enforcement Point</a:t>
                      </a:r>
                      <a:endParaRPr b="1">
                        <a:latin typeface="Libre Baskerville"/>
                        <a:ea typeface="Libre Baskerville"/>
                        <a:cs typeface="Libre Baskerville"/>
                        <a:sym typeface="Libre Baskerville"/>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000" b="1">
                          <a:latin typeface="Libre Baskerville"/>
                          <a:ea typeface="Libre Baskerville"/>
                          <a:cs typeface="Libre Baskerville"/>
                          <a:sym typeface="Libre Baskerville"/>
                        </a:rPr>
                        <a:t>SR1: Confidentiality</a:t>
                      </a:r>
                      <a:endParaRPr sz="1000">
                        <a:latin typeface="Libre Baskerville"/>
                        <a:ea typeface="Libre Baskerville"/>
                        <a:cs typeface="Libre Baskerville"/>
                        <a:sym typeface="Libre Baskerville"/>
                      </a:endParaRPr>
                    </a:p>
                  </a:txBody>
                  <a:tcPr marL="91425" marR="91425" marT="91425" marB="91425"/>
                </a:tc>
                <a:tc>
                  <a:txBody>
                    <a:bodyPr/>
                    <a:lstStyle/>
                    <a:p>
                      <a:pPr marL="0" lvl="0" indent="0" algn="l" rtl="0">
                        <a:spcBef>
                          <a:spcPts val="0"/>
                        </a:spcBef>
                        <a:spcAft>
                          <a:spcPts val="0"/>
                        </a:spcAft>
                        <a:buNone/>
                      </a:pPr>
                      <a:r>
                        <a:rPr lang="en" sz="1000">
                          <a:solidFill>
                            <a:srgbClr val="49495A"/>
                          </a:solidFill>
                          <a:latin typeface="Libre Baskerville"/>
                          <a:ea typeface="Libre Baskerville"/>
                          <a:cs typeface="Libre Baskerville"/>
                          <a:sym typeface="Libre Baskerville"/>
                        </a:rPr>
                        <a:t>End-to-end AES-GCM encryption</a:t>
                      </a:r>
                      <a:endParaRPr sz="1000">
                        <a:solidFill>
                          <a:srgbClr val="49495A"/>
                        </a:solidFill>
                        <a:latin typeface="Libre Baskerville"/>
                        <a:ea typeface="Libre Baskerville"/>
                        <a:cs typeface="Libre Baskerville"/>
                        <a:sym typeface="Libre Baskerville"/>
                      </a:endParaRPr>
                    </a:p>
                  </a:txBody>
                  <a:tcPr marL="91425" marR="91425" marT="91425" marB="91425"/>
                </a:tc>
                <a:tc>
                  <a:txBody>
                    <a:bodyPr/>
                    <a:lstStyle/>
                    <a:p>
                      <a:pPr marL="0" lvl="0" indent="0" algn="l" rtl="0">
                        <a:spcBef>
                          <a:spcPts val="0"/>
                        </a:spcBef>
                        <a:spcAft>
                          <a:spcPts val="0"/>
                        </a:spcAft>
                        <a:buNone/>
                      </a:pPr>
                      <a:r>
                        <a:rPr lang="en" sz="1000">
                          <a:solidFill>
                            <a:srgbClr val="49495A"/>
                          </a:solidFill>
                          <a:latin typeface="Libre Baskerville"/>
                          <a:ea typeface="Libre Baskerville"/>
                          <a:cs typeface="Libre Baskerville"/>
                          <a:sym typeface="Libre Baskerville"/>
                        </a:rPr>
                        <a:t>Only authorized nodes can decrypt</a:t>
                      </a:r>
                      <a:endParaRPr sz="1000">
                        <a:solidFill>
                          <a:srgbClr val="49495A"/>
                        </a:solidFill>
                        <a:latin typeface="Libre Baskerville"/>
                        <a:ea typeface="Libre Baskerville"/>
                        <a:cs typeface="Libre Baskerville"/>
                        <a:sym typeface="Libre Baskerville"/>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000" b="1">
                          <a:latin typeface="Libre Baskerville"/>
                          <a:ea typeface="Libre Baskerville"/>
                          <a:cs typeface="Libre Baskerville"/>
                          <a:sym typeface="Libre Baskerville"/>
                        </a:rPr>
                        <a:t>SR2: Integrity (individual)</a:t>
                      </a:r>
                      <a:endParaRPr sz="1000">
                        <a:latin typeface="Libre Baskerville"/>
                        <a:ea typeface="Libre Baskerville"/>
                        <a:cs typeface="Libre Baskerville"/>
                        <a:sym typeface="Libre Baskerville"/>
                      </a:endParaRPr>
                    </a:p>
                  </a:txBody>
                  <a:tcPr marL="91425" marR="91425" marT="91425" marB="91425"/>
                </a:tc>
                <a:tc>
                  <a:txBody>
                    <a:bodyPr/>
                    <a:lstStyle/>
                    <a:p>
                      <a:pPr marL="0" lvl="0" indent="0" algn="l" rtl="0">
                        <a:spcBef>
                          <a:spcPts val="0"/>
                        </a:spcBef>
                        <a:spcAft>
                          <a:spcPts val="0"/>
                        </a:spcAft>
                        <a:buNone/>
                      </a:pPr>
                      <a:r>
                        <a:rPr lang="en" sz="1000">
                          <a:solidFill>
                            <a:srgbClr val="49495A"/>
                          </a:solidFill>
                          <a:latin typeface="Libre Baskerville"/>
                          <a:ea typeface="Libre Baskerville"/>
                          <a:cs typeface="Libre Baskerville"/>
                          <a:sym typeface="Libre Baskerville"/>
                        </a:rPr>
                        <a:t>End-to-end AES-GCM and Ed25519 signatures inside ciphertext</a:t>
                      </a:r>
                      <a:endParaRPr sz="1000">
                        <a:solidFill>
                          <a:srgbClr val="49495A"/>
                        </a:solidFill>
                        <a:latin typeface="Libre Baskerville"/>
                        <a:ea typeface="Libre Baskerville"/>
                        <a:cs typeface="Libre Baskerville"/>
                        <a:sym typeface="Libre Baskerville"/>
                      </a:endParaRPr>
                    </a:p>
                  </a:txBody>
                  <a:tcPr marL="91425" marR="91425" marT="91425" marB="91425"/>
                </a:tc>
                <a:tc>
                  <a:txBody>
                    <a:bodyPr/>
                    <a:lstStyle/>
                    <a:p>
                      <a:pPr marL="0" lvl="0" indent="0" algn="l" rtl="0">
                        <a:spcBef>
                          <a:spcPts val="0"/>
                        </a:spcBef>
                        <a:spcAft>
                          <a:spcPts val="0"/>
                        </a:spcAft>
                        <a:buNone/>
                      </a:pPr>
                      <a:r>
                        <a:rPr lang="en" sz="1000">
                          <a:solidFill>
                            <a:srgbClr val="49495A"/>
                          </a:solidFill>
                          <a:latin typeface="Libre Baskerville"/>
                          <a:ea typeface="Libre Baskerville"/>
                          <a:cs typeface="Libre Baskerville"/>
                          <a:sym typeface="Libre Baskerville"/>
                        </a:rPr>
                        <a:t>Client verification upon decryption</a:t>
                      </a:r>
                      <a:endParaRPr sz="1000">
                        <a:solidFill>
                          <a:srgbClr val="49495A"/>
                        </a:solidFill>
                        <a:latin typeface="Libre Baskerville"/>
                        <a:ea typeface="Libre Baskerville"/>
                        <a:cs typeface="Libre Baskerville"/>
                        <a:sym typeface="Libre Baskerville"/>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000" b="1">
                          <a:latin typeface="Libre Baskerville"/>
                          <a:ea typeface="Libre Baskerville"/>
                          <a:cs typeface="Libre Baskerville"/>
                          <a:sym typeface="Libre Baskerville"/>
                        </a:rPr>
                        <a:t>SR3: Integrity (batch)</a:t>
                      </a:r>
                      <a:endParaRPr sz="1000">
                        <a:latin typeface="Libre Baskerville"/>
                        <a:ea typeface="Libre Baskerville"/>
                        <a:cs typeface="Libre Baskerville"/>
                        <a:sym typeface="Libre Baskerville"/>
                      </a:endParaRPr>
                    </a:p>
                  </a:txBody>
                  <a:tcPr marL="91425" marR="91425" marT="91425" marB="91425"/>
                </a:tc>
                <a:tc>
                  <a:txBody>
                    <a:bodyPr/>
                    <a:lstStyle/>
                    <a:p>
                      <a:pPr marL="0" lvl="0" indent="0" algn="l" rtl="0">
                        <a:spcBef>
                          <a:spcPts val="0"/>
                        </a:spcBef>
                        <a:spcAft>
                          <a:spcPts val="0"/>
                        </a:spcAft>
                        <a:buNone/>
                      </a:pPr>
                      <a:r>
                        <a:rPr lang="en" sz="1000">
                          <a:solidFill>
                            <a:srgbClr val="49495A"/>
                          </a:solidFill>
                          <a:latin typeface="Libre Baskerville"/>
                          <a:ea typeface="Libre Baskerville"/>
                          <a:cs typeface="Libre Baskerville"/>
                          <a:sym typeface="Libre Baskerville"/>
                        </a:rPr>
                        <a:t>Per-sender hash chains + Merkle trees</a:t>
                      </a:r>
                      <a:endParaRPr sz="1000">
                        <a:solidFill>
                          <a:srgbClr val="49495A"/>
                        </a:solidFill>
                        <a:latin typeface="Libre Baskerville"/>
                        <a:ea typeface="Libre Baskerville"/>
                        <a:cs typeface="Libre Baskerville"/>
                        <a:sym typeface="Libre Baskerville"/>
                      </a:endParaRPr>
                    </a:p>
                  </a:txBody>
                  <a:tcPr marL="91425" marR="91425" marT="91425" marB="91425"/>
                </a:tc>
                <a:tc>
                  <a:txBody>
                    <a:bodyPr/>
                    <a:lstStyle/>
                    <a:p>
                      <a:pPr marL="0" lvl="0" indent="0" algn="l" rtl="0">
                        <a:spcBef>
                          <a:spcPts val="0"/>
                        </a:spcBef>
                        <a:spcAft>
                          <a:spcPts val="0"/>
                        </a:spcAft>
                        <a:buNone/>
                      </a:pPr>
                      <a:r>
                        <a:rPr lang="en" sz="1000">
                          <a:solidFill>
                            <a:srgbClr val="49495A"/>
                          </a:solidFill>
                          <a:latin typeface="Libre Baskerville"/>
                          <a:ea typeface="Libre Baskerville"/>
                          <a:cs typeface="Libre Baskerville"/>
                          <a:sym typeface="Libre Baskerville"/>
                        </a:rPr>
                        <a:t>Server and client verification</a:t>
                      </a:r>
                      <a:endParaRPr sz="1000">
                        <a:solidFill>
                          <a:srgbClr val="49495A"/>
                        </a:solidFill>
                        <a:latin typeface="Libre Baskerville"/>
                        <a:ea typeface="Libre Baskerville"/>
                        <a:cs typeface="Libre Baskerville"/>
                        <a:sym typeface="Libre Baskerville"/>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000" b="1">
                          <a:latin typeface="Libre Baskerville"/>
                          <a:ea typeface="Libre Baskerville"/>
                          <a:cs typeface="Libre Baskerville"/>
                          <a:sym typeface="Libre Baskerville"/>
                        </a:rPr>
                        <a:t>SR4: Consistency</a:t>
                      </a:r>
                      <a:endParaRPr sz="1000" b="1">
                        <a:latin typeface="Libre Baskerville"/>
                        <a:ea typeface="Libre Baskerville"/>
                        <a:cs typeface="Libre Baskerville"/>
                        <a:sym typeface="Libre Baskerville"/>
                      </a:endParaRPr>
                    </a:p>
                  </a:txBody>
                  <a:tcPr marL="91425" marR="91425" marT="91425" marB="91425"/>
                </a:tc>
                <a:tc>
                  <a:txBody>
                    <a:bodyPr/>
                    <a:lstStyle/>
                    <a:p>
                      <a:pPr marL="0" lvl="0" indent="0" algn="l" rtl="0">
                        <a:spcBef>
                          <a:spcPts val="0"/>
                        </a:spcBef>
                        <a:spcAft>
                          <a:spcPts val="0"/>
                        </a:spcAft>
                        <a:buNone/>
                      </a:pPr>
                      <a:r>
                        <a:rPr lang="en" sz="1000">
                          <a:solidFill>
                            <a:srgbClr val="49495A"/>
                          </a:solidFill>
                          <a:latin typeface="Libre Baskerville"/>
                          <a:ea typeface="Libre Baskerville"/>
                          <a:cs typeface="Libre Baskerville"/>
                          <a:sym typeface="Libre Baskerville"/>
                        </a:rPr>
                        <a:t>Signed block roots + block chaining</a:t>
                      </a:r>
                      <a:endParaRPr sz="1000">
                        <a:solidFill>
                          <a:srgbClr val="49495A"/>
                        </a:solidFill>
                        <a:latin typeface="Libre Baskerville"/>
                        <a:ea typeface="Libre Baskerville"/>
                        <a:cs typeface="Libre Baskerville"/>
                        <a:sym typeface="Libre Baskerville"/>
                      </a:endParaRPr>
                    </a:p>
                  </a:txBody>
                  <a:tcPr marL="91425" marR="91425" marT="91425" marB="91425"/>
                </a:tc>
                <a:tc>
                  <a:txBody>
                    <a:bodyPr/>
                    <a:lstStyle/>
                    <a:p>
                      <a:pPr marL="0" lvl="0" indent="0" algn="l" rtl="0">
                        <a:spcBef>
                          <a:spcPts val="0"/>
                        </a:spcBef>
                        <a:spcAft>
                          <a:spcPts val="0"/>
                        </a:spcAft>
                        <a:buNone/>
                      </a:pPr>
                      <a:r>
                        <a:rPr lang="en" sz="1000">
                          <a:solidFill>
                            <a:srgbClr val="49495A"/>
                          </a:solidFill>
                          <a:latin typeface="Libre Baskerville"/>
                          <a:ea typeface="Libre Baskerville"/>
                          <a:cs typeface="Libre Baskerville"/>
                          <a:sym typeface="Libre Baskerville"/>
                        </a:rPr>
                        <a:t>Client multi-stage verification pipeline</a:t>
                      </a:r>
                      <a:endParaRPr sz="1000">
                        <a:solidFill>
                          <a:srgbClr val="49495A"/>
                        </a:solidFill>
                        <a:latin typeface="Libre Baskerville"/>
                        <a:ea typeface="Libre Baskerville"/>
                        <a:cs typeface="Libre Baskerville"/>
                        <a:sym typeface="Libre Baskerville"/>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sz="1000" b="1">
                          <a:latin typeface="Libre Baskerville"/>
                          <a:ea typeface="Libre Baskerville"/>
                          <a:cs typeface="Libre Baskerville"/>
                          <a:sym typeface="Libre Baskerville"/>
                        </a:rPr>
                        <a:t>Availability</a:t>
                      </a:r>
                      <a:endParaRPr sz="1000" b="1">
                        <a:latin typeface="Libre Baskerville"/>
                        <a:ea typeface="Libre Baskerville"/>
                        <a:cs typeface="Libre Baskerville"/>
                        <a:sym typeface="Libre Baskerville"/>
                      </a:endParaRPr>
                    </a:p>
                  </a:txBody>
                  <a:tcPr marL="91425" marR="91425" marT="91425" marB="91425"/>
                </a:tc>
                <a:tc>
                  <a:txBody>
                    <a:bodyPr/>
                    <a:lstStyle/>
                    <a:p>
                      <a:pPr marL="0" lvl="0" indent="0" algn="l" rtl="0">
                        <a:spcBef>
                          <a:spcPts val="0"/>
                        </a:spcBef>
                        <a:spcAft>
                          <a:spcPts val="0"/>
                        </a:spcAft>
                        <a:buNone/>
                      </a:pPr>
                      <a:r>
                        <a:rPr lang="en" sz="1000">
                          <a:solidFill>
                            <a:srgbClr val="49495A"/>
                          </a:solidFill>
                          <a:latin typeface="Libre Baskerville"/>
                          <a:ea typeface="Libre Baskerville"/>
                          <a:cs typeface="Libre Baskerville"/>
                          <a:sym typeface="Libre Baskerville"/>
                        </a:rPr>
                        <a:t>Gateway Monitor Server that supervises client-server traffic</a:t>
                      </a:r>
                      <a:endParaRPr sz="1000">
                        <a:solidFill>
                          <a:srgbClr val="49495A"/>
                        </a:solidFill>
                        <a:latin typeface="Libre Baskerville"/>
                        <a:ea typeface="Libre Baskerville"/>
                        <a:cs typeface="Libre Baskerville"/>
                        <a:sym typeface="Libre Baskerville"/>
                      </a:endParaRPr>
                    </a:p>
                  </a:txBody>
                  <a:tcPr marL="91425" marR="91425" marT="91425" marB="91425"/>
                </a:tc>
                <a:tc>
                  <a:txBody>
                    <a:bodyPr/>
                    <a:lstStyle/>
                    <a:p>
                      <a:pPr marL="0" lvl="0" indent="0" algn="l" rtl="0">
                        <a:spcBef>
                          <a:spcPts val="0"/>
                        </a:spcBef>
                        <a:spcAft>
                          <a:spcPts val="0"/>
                        </a:spcAft>
                        <a:buNone/>
                      </a:pPr>
                      <a:r>
                        <a:rPr lang="en" sz="1000">
                          <a:solidFill>
                            <a:srgbClr val="49495A"/>
                          </a:solidFill>
                          <a:latin typeface="Libre Baskerville"/>
                          <a:ea typeface="Libre Baskerville"/>
                          <a:cs typeface="Libre Baskerville"/>
                          <a:sym typeface="Libre Baskerville"/>
                        </a:rPr>
                        <a:t>Detects and blocks clients that exceed the sync requests threshold</a:t>
                      </a:r>
                      <a:endParaRPr sz="1000">
                        <a:solidFill>
                          <a:srgbClr val="49495A"/>
                        </a:solidFill>
                        <a:latin typeface="Libre Baskerville"/>
                        <a:ea typeface="Libre Baskerville"/>
                        <a:cs typeface="Libre Baskerville"/>
                        <a:sym typeface="Libre Baskerville"/>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 sz="1000" b="1">
                          <a:latin typeface="Libre Baskerville"/>
                          <a:ea typeface="Libre Baskerville"/>
                          <a:cs typeface="Libre Baskerville"/>
                          <a:sym typeface="Libre Baskerville"/>
                        </a:rPr>
                        <a:t>Communications</a:t>
                      </a:r>
                      <a:endParaRPr sz="1000" b="1">
                        <a:latin typeface="Libre Baskerville"/>
                        <a:ea typeface="Libre Baskerville"/>
                        <a:cs typeface="Libre Baskerville"/>
                        <a:sym typeface="Libre Baskerville"/>
                      </a:endParaRPr>
                    </a:p>
                  </a:txBody>
                  <a:tcPr marL="91425" marR="91425" marT="91425" marB="91425"/>
                </a:tc>
                <a:tc>
                  <a:txBody>
                    <a:bodyPr/>
                    <a:lstStyle/>
                    <a:p>
                      <a:pPr marL="0" lvl="0" indent="0" algn="l" rtl="0">
                        <a:spcBef>
                          <a:spcPts val="0"/>
                        </a:spcBef>
                        <a:spcAft>
                          <a:spcPts val="0"/>
                        </a:spcAft>
                        <a:buNone/>
                      </a:pPr>
                      <a:r>
                        <a:rPr lang="en" sz="1000">
                          <a:solidFill>
                            <a:srgbClr val="49495A"/>
                          </a:solidFill>
                          <a:latin typeface="Libre Baskerville"/>
                          <a:ea typeface="Libre Baskerville"/>
                          <a:cs typeface="Libre Baskerville"/>
                          <a:sym typeface="Libre Baskerville"/>
                        </a:rPr>
                        <a:t>mTLS and network isolation</a:t>
                      </a:r>
                      <a:endParaRPr sz="1000">
                        <a:solidFill>
                          <a:srgbClr val="49495A"/>
                        </a:solidFill>
                        <a:latin typeface="Libre Baskerville"/>
                        <a:ea typeface="Libre Baskerville"/>
                        <a:cs typeface="Libre Baskerville"/>
                        <a:sym typeface="Libre Baskerville"/>
                      </a:endParaRPr>
                    </a:p>
                  </a:txBody>
                  <a:tcPr marL="91425" marR="91425" marT="91425" marB="91425"/>
                </a:tc>
                <a:tc>
                  <a:txBody>
                    <a:bodyPr/>
                    <a:lstStyle/>
                    <a:p>
                      <a:pPr marL="0" lvl="0" indent="0" algn="l" rtl="0">
                        <a:spcBef>
                          <a:spcPts val="0"/>
                        </a:spcBef>
                        <a:spcAft>
                          <a:spcPts val="0"/>
                        </a:spcAft>
                        <a:buNone/>
                      </a:pPr>
                      <a:r>
                        <a:rPr lang="en" sz="1000">
                          <a:solidFill>
                            <a:srgbClr val="49495A"/>
                          </a:solidFill>
                          <a:latin typeface="Libre Baskerville"/>
                          <a:ea typeface="Libre Baskerville"/>
                          <a:cs typeface="Libre Baskerville"/>
                          <a:sym typeface="Libre Baskerville"/>
                        </a:rPr>
                        <a:t>gRPC &amp; JDBC are implemented using mTLS</a:t>
                      </a:r>
                      <a:endParaRPr sz="1000">
                        <a:solidFill>
                          <a:srgbClr val="49495A"/>
                        </a:solidFill>
                        <a:latin typeface="Libre Baskerville"/>
                        <a:ea typeface="Libre Baskerville"/>
                        <a:cs typeface="Libre Baskerville"/>
                        <a:sym typeface="Libre Baskerville"/>
                      </a:endParaRPr>
                    </a:p>
                  </a:txBody>
                  <a:tcPr marL="91425" marR="91425" marT="91425" marB="91425"/>
                </a:tc>
                <a:extLst>
                  <a:ext uri="{0D108BD9-81ED-4DB2-BD59-A6C34878D82A}">
                    <a16:rowId xmlns:a16="http://schemas.microsoft.com/office/drawing/2014/main" val="10006"/>
                  </a:ext>
                </a:extLst>
              </a:tr>
            </a:tbl>
          </a:graphicData>
        </a:graphic>
      </p:graphicFrame>
      <p:sp>
        <p:nvSpPr>
          <p:cNvPr id="501" name="Google Shape;501;p42"/>
          <p:cNvSpPr txBox="1"/>
          <p:nvPr/>
        </p:nvSpPr>
        <p:spPr>
          <a:xfrm>
            <a:off x="2171100" y="4179475"/>
            <a:ext cx="48018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rgbClr val="49495A"/>
                </a:solidFill>
                <a:latin typeface="Libre Baskerville"/>
                <a:ea typeface="Libre Baskerville"/>
                <a:cs typeface="Libre Baskerville"/>
                <a:sym typeface="Libre Baskerville"/>
              </a:rPr>
              <a:t>We believe our system meets all project requirements under the defined threat model and assumptions.</a:t>
            </a:r>
            <a:endParaRPr sz="1200">
              <a:solidFill>
                <a:srgbClr val="49495A"/>
              </a:solidFill>
              <a:latin typeface="Libre Baskerville"/>
              <a:ea typeface="Libre Baskerville"/>
              <a:cs typeface="Libre Baskerville"/>
              <a:sym typeface="Libre Baskerville"/>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pic>
        <p:nvPicPr>
          <p:cNvPr id="506" name="Google Shape;506;p43"/>
          <p:cNvPicPr preferRelativeResize="0"/>
          <p:nvPr/>
        </p:nvPicPr>
        <p:blipFill>
          <a:blip r:embed="rId3">
            <a:alphaModFix/>
          </a:blip>
          <a:stretch>
            <a:fillRect/>
          </a:stretch>
        </p:blipFill>
        <p:spPr>
          <a:xfrm flipH="1">
            <a:off x="10" y="0"/>
            <a:ext cx="3405191" cy="5143500"/>
          </a:xfrm>
          <a:prstGeom prst="rect">
            <a:avLst/>
          </a:prstGeom>
          <a:noFill/>
          <a:ln>
            <a:noFill/>
          </a:ln>
        </p:spPr>
      </p:pic>
      <p:sp>
        <p:nvSpPr>
          <p:cNvPr id="507" name="Google Shape;507;p43"/>
          <p:cNvSpPr txBox="1">
            <a:spLocks noGrp="1"/>
          </p:cNvSpPr>
          <p:nvPr>
            <p:ph type="title"/>
          </p:nvPr>
        </p:nvSpPr>
        <p:spPr>
          <a:xfrm>
            <a:off x="4047175" y="2388500"/>
            <a:ext cx="4943100" cy="242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a:latin typeface="Libre Baskerville"/>
                <a:ea typeface="Libre Baskerville"/>
                <a:cs typeface="Libre Baskerville"/>
                <a:sym typeface="Libre Baskerville"/>
              </a:rPr>
              <a:t>Demo</a:t>
            </a:r>
            <a:endParaRPr sz="4000">
              <a:latin typeface="Libre Baskerville"/>
              <a:ea typeface="Libre Baskerville"/>
              <a:cs typeface="Libre Baskerville"/>
              <a:sym typeface="Libre Baskerville"/>
            </a:endParaRPr>
          </a:p>
        </p:txBody>
      </p:sp>
      <p:sp>
        <p:nvSpPr>
          <p:cNvPr id="508" name="Google Shape;508;p43"/>
          <p:cNvSpPr txBox="1">
            <a:spLocks noGrp="1"/>
          </p:cNvSpPr>
          <p:nvPr>
            <p:ph type="title" idx="2"/>
          </p:nvPr>
        </p:nvSpPr>
        <p:spPr>
          <a:xfrm>
            <a:off x="4047175" y="1438750"/>
            <a:ext cx="1230300" cy="88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Libre Baskerville"/>
                <a:ea typeface="Libre Baskerville"/>
                <a:cs typeface="Libre Baskerville"/>
                <a:sym typeface="Libre Baskerville"/>
              </a:rPr>
              <a:t>07</a:t>
            </a:r>
            <a:endParaRPr>
              <a:latin typeface="Libre Baskerville"/>
              <a:ea typeface="Libre Baskerville"/>
              <a:cs typeface="Libre Baskerville"/>
              <a:sym typeface="Libre Baskerville"/>
            </a:endParaRPr>
          </a:p>
        </p:txBody>
      </p:sp>
      <p:grpSp>
        <p:nvGrpSpPr>
          <p:cNvPr id="509" name="Google Shape;509;p43"/>
          <p:cNvGrpSpPr/>
          <p:nvPr/>
        </p:nvGrpSpPr>
        <p:grpSpPr>
          <a:xfrm rot="756538">
            <a:off x="5159567" y="-1610422"/>
            <a:ext cx="4574157" cy="3479412"/>
            <a:chOff x="1522650" y="1117750"/>
            <a:chExt cx="4574075" cy="3479350"/>
          </a:xfrm>
        </p:grpSpPr>
        <p:sp>
          <p:nvSpPr>
            <p:cNvPr id="510" name="Google Shape;510;p43"/>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43"/>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2" name="Google Shape;512;p4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pic>
        <p:nvPicPr>
          <p:cNvPr id="517" name="Google Shape;517;p44"/>
          <p:cNvPicPr preferRelativeResize="0"/>
          <p:nvPr/>
        </p:nvPicPr>
        <p:blipFill>
          <a:blip r:embed="rId3">
            <a:alphaModFix/>
          </a:blip>
          <a:stretch>
            <a:fillRect/>
          </a:stretch>
        </p:blipFill>
        <p:spPr>
          <a:xfrm flipH="1">
            <a:off x="10" y="0"/>
            <a:ext cx="3405191" cy="5143500"/>
          </a:xfrm>
          <a:prstGeom prst="rect">
            <a:avLst/>
          </a:prstGeom>
          <a:noFill/>
          <a:ln>
            <a:noFill/>
          </a:ln>
        </p:spPr>
      </p:pic>
      <p:sp>
        <p:nvSpPr>
          <p:cNvPr id="518" name="Google Shape;518;p44"/>
          <p:cNvSpPr txBox="1">
            <a:spLocks noGrp="1"/>
          </p:cNvSpPr>
          <p:nvPr>
            <p:ph type="title"/>
          </p:nvPr>
        </p:nvSpPr>
        <p:spPr>
          <a:xfrm>
            <a:off x="4047175" y="2388500"/>
            <a:ext cx="4943100" cy="242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a:latin typeface="Libre Baskerville"/>
                <a:ea typeface="Libre Baskerville"/>
                <a:cs typeface="Libre Baskerville"/>
                <a:sym typeface="Libre Baskerville"/>
              </a:rPr>
              <a:t>Thank you!</a:t>
            </a:r>
            <a:endParaRPr sz="4000">
              <a:latin typeface="Libre Baskerville"/>
              <a:ea typeface="Libre Baskerville"/>
              <a:cs typeface="Libre Baskerville"/>
              <a:sym typeface="Libre Baskerville"/>
            </a:endParaRPr>
          </a:p>
        </p:txBody>
      </p:sp>
      <p:grpSp>
        <p:nvGrpSpPr>
          <p:cNvPr id="519" name="Google Shape;519;p44"/>
          <p:cNvGrpSpPr/>
          <p:nvPr/>
        </p:nvGrpSpPr>
        <p:grpSpPr>
          <a:xfrm rot="756538">
            <a:off x="5159567" y="-1610422"/>
            <a:ext cx="4574157" cy="3479412"/>
            <a:chOff x="1522650" y="1117750"/>
            <a:chExt cx="4574075" cy="3479350"/>
          </a:xfrm>
        </p:grpSpPr>
        <p:sp>
          <p:nvSpPr>
            <p:cNvPr id="520" name="Google Shape;520;p44"/>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44"/>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2" name="Google Shape;522;p4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19</a:t>
            </a:fld>
            <a:endParaRPr/>
          </a:p>
        </p:txBody>
      </p:sp>
    </p:spTree>
  </p:cSld>
  <p:clrMapOvr>
    <a:masterClrMapping/>
  </p:clrMapOvr>
</p:sld>
</file>

<file path=ppt/theme/theme1.xml><?xml version="1.0" encoding="utf-8"?>
<a:theme xmlns:a="http://schemas.openxmlformats.org/drawingml/2006/main" name="Data Migration Project Proposal by Slidesgo">
  <a:themeElements>
    <a:clrScheme name="Simple Light">
      <a:dk1>
        <a:srgbClr val="241160"/>
      </a:dk1>
      <a:lt1>
        <a:srgbClr val="FFFFFF"/>
      </a:lt1>
      <a:dk2>
        <a:srgbClr val="E2E4FC"/>
      </a:dk2>
      <a:lt2>
        <a:srgbClr val="8861F1"/>
      </a:lt2>
      <a:accent1>
        <a:srgbClr val="545EEA"/>
      </a:accent1>
      <a:accent2>
        <a:srgbClr val="0B9CDC"/>
      </a:accent2>
      <a:accent3>
        <a:srgbClr val="01CFE6"/>
      </a:accent3>
      <a:accent4>
        <a:srgbClr val="FFFFFF"/>
      </a:accent4>
      <a:accent5>
        <a:srgbClr val="FFFFFF"/>
      </a:accent5>
      <a:accent6>
        <a:srgbClr val="FFFFFF"/>
      </a:accent6>
      <a:hlink>
        <a:srgbClr val="24116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Apresentação no Ecrã (16:9)</PresentationFormat>
  <Slides>19</Slides>
  <Notes>19</Notes>
  <HiddenSlides>0</HiddenSlides>
  <ScaleCrop>false</ScaleCrop>
  <HeadingPairs>
    <vt:vector size="4" baseType="variant">
      <vt:variant>
        <vt:lpstr>Tema</vt:lpstr>
      </vt:variant>
      <vt:variant>
        <vt:i4>1</vt:i4>
      </vt:variant>
      <vt:variant>
        <vt:lpstr>Títulos dos diapositivos</vt:lpstr>
      </vt:variant>
      <vt:variant>
        <vt:i4>19</vt:i4>
      </vt:variant>
    </vt:vector>
  </HeadingPairs>
  <TitlesOfParts>
    <vt:vector size="20" baseType="lpstr">
      <vt:lpstr>Data Migration Project Proposal by Slidesgo</vt:lpstr>
      <vt:lpstr>DeathNode</vt:lpstr>
      <vt:lpstr>Table of Contents </vt:lpstr>
      <vt:lpstr>Project Scope</vt:lpstr>
      <vt:lpstr>Project Scope</vt:lpstr>
      <vt:lpstr>Secure Document Format</vt:lpstr>
      <vt:lpstr>Secure Document Format</vt:lpstr>
      <vt:lpstr>Security Protocol</vt:lpstr>
      <vt:lpstr>Security Protocol</vt:lpstr>
      <vt:lpstr>Server Verification Pipeline</vt:lpstr>
      <vt:lpstr>Client Verification Pipeline</vt:lpstr>
      <vt:lpstr>Infrastructure, Secure Channels &amp; PKI</vt:lpstr>
      <vt:lpstr>Infrastructure</vt:lpstr>
      <vt:lpstr>Communication Security: TLS &amp; PKI</vt:lpstr>
      <vt:lpstr>Security Challenge</vt:lpstr>
      <vt:lpstr>Security Challenge: B</vt:lpstr>
      <vt:lpstr>Results &amp; Conclusions</vt:lpstr>
      <vt:lpstr>Results &amp; Conclusions</vt:lpstr>
      <vt:lpstr>Demo</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4</cp:revision>
  <dcterms:modified xsi:type="dcterms:W3CDTF">2026-01-08T14:32:16Z</dcterms:modified>
</cp:coreProperties>
</file>